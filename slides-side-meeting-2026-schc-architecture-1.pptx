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embedTrueTypeFonts="1" saveSubsetFonts="1" autoCompressPictures="0">
  <p:sldMasterIdLst>
    <p:sldMasterId id="2147483648" r:id="rId1"/>
    <p:sldMasterId id="2147483659" r:id="rId2"/>
    <p:sldMasterId id="2147483662" r:id="rId3"/>
  </p:sldMasterIdLst>
  <p:notesMasterIdLst>
    <p:notesMasterId r:id="rId18"/>
  </p:notesMasterIdLst>
  <p:sldIdLst>
    <p:sldId id="276" r:id="rId4"/>
    <p:sldId id="256" r:id="rId5"/>
    <p:sldId id="689" r:id="rId6"/>
    <p:sldId id="700" r:id="rId7"/>
    <p:sldId id="701" r:id="rId8"/>
    <p:sldId id="699" r:id="rId9"/>
    <p:sldId id="691" r:id="rId10"/>
    <p:sldId id="692" r:id="rId11"/>
    <p:sldId id="693" r:id="rId12"/>
    <p:sldId id="694" r:id="rId13"/>
    <p:sldId id="696" r:id="rId14"/>
    <p:sldId id="697" r:id="rId15"/>
    <p:sldId id="698" r:id="rId16"/>
    <p:sldId id="702" r:id="rId17"/>
  </p:sldIdLst>
  <p:sldSz cx="9144000" cy="5143500" type="screen16x9"/>
  <p:notesSz cx="6858000" cy="9144000"/>
  <p:embeddedFontLst>
    <p:embeddedFont>
      <p:font typeface="Inter" panose="02000503000000020004" pitchFamily="2" charset="0"/>
      <p:regular r:id="rId19"/>
      <p:bold r:id="rId20"/>
      <p:italic r:id="rId21"/>
      <p:boldItalic r:id="rId22"/>
    </p:embeddedFont>
    <p:embeddedFont>
      <p:font typeface="Montserrat" pitchFamily="2" charset="77"/>
      <p:regular r:id="rId23"/>
      <p:bold r:id="rId24"/>
      <p:italic r:id="rId25"/>
      <p:boldItalic r:id="rId26"/>
    </p:embeddedFont>
    <p:embeddedFont>
      <p:font typeface="Open Sans" panose="020B0606030504020204" pitchFamily="34" charset="0"/>
      <p:regular r:id="rId27"/>
      <p:bold r:id="rId28"/>
      <p:italic r:id="rId29"/>
      <p:boldItalic r:id="rId30"/>
    </p:embeddedFont>
    <p:embeddedFont>
      <p:font typeface="Open Sans SemiBold" panose="020B070603080402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Lst>
  <p:defaultText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defaultTextStyle>
  <p:extLst>
    <p:ext uri="{521415D9-36F7-43E2-AB2F-B90AF26B5E84}">
      <p14:sectionLst xmlns:p14="http://schemas.microsoft.com/office/powerpoint/2010/main">
        <p14:section name="Main" id="{2D27B53D-32EA-FC43-8C76-84837C5DB660}">
          <p14:sldIdLst>
            <p14:sldId id="276"/>
            <p14:sldId id="256"/>
            <p14:sldId id="689"/>
            <p14:sldId id="700"/>
            <p14:sldId id="701"/>
            <p14:sldId id="699"/>
            <p14:sldId id="691"/>
            <p14:sldId id="692"/>
            <p14:sldId id="693"/>
            <p14:sldId id="694"/>
            <p14:sldId id="696"/>
            <p14:sldId id="697"/>
            <p14:sldId id="698"/>
            <p14:sldId id="702"/>
          </p14:sldIdLst>
        </p14:section>
      </p14:sectionLst>
    </p:ext>
    <p:ext uri="{EFAFB233-063F-42B5-8137-9DF3F51BA10A}">
      <p15:sldGuideLst xmlns:p15="http://schemas.microsoft.com/office/powerpoint/2012/main">
        <p15:guide id="1" orient="horz" pos="164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F85287A-4523-1B74-7477-9FD859CE222D}" name="DUMAY Marion INNOV/IT-S" initials="DMIS" userId="S::marion.dumay@orange.com::6700b646-cd05-4d64-95cb-78eaf517c813"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737373"/>
    <a:srgbClr val="FAFAFA"/>
    <a:srgbClr val="FFF2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A89A2-9B29-4249-AB45-E524E497ACD8}" v="385" dt="2026-05-12T13:59:06.505"/>
    <p1510:client id="{C5E3D66C-DA2D-BF4B-9634-E2C77CBD8517}" v="2433" dt="2026-05-12T14:00:04.3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530"/>
    <p:restoredTop sz="91645"/>
  </p:normalViewPr>
  <p:slideViewPr>
    <p:cSldViewPr snapToGrid="0">
      <p:cViewPr varScale="1">
        <p:scale>
          <a:sx n="121" d="100"/>
          <a:sy n="121" d="100"/>
        </p:scale>
        <p:origin x="192" y="800"/>
      </p:cViewPr>
      <p:guideLst>
        <p:guide orient="horz" pos="164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presProps" Target="presProps.xml"/><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viewProps" Target="viewProps.xml"/><Relationship Id="rId45" Type="http://schemas.microsoft.com/office/2018/10/relationships/authors" Target="author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10" Type="http://schemas.openxmlformats.org/officeDocument/2006/relationships/slide" Target="slides/slide7.xml"/><Relationship Id="rId19" Type="http://schemas.openxmlformats.org/officeDocument/2006/relationships/font" Target="fonts/font1.fntdata"/><Relationship Id="rId31" Type="http://schemas.openxmlformats.org/officeDocument/2006/relationships/font" Target="fonts/font13.fntdata"/><Relationship Id="rId44" Type="http://schemas.microsoft.com/office/2015/10/relationships/revisionInfo" Target="revisionInfo.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microsoft.com/office/2016/11/relationships/changesInfo" Target="changesInfos/changesInfo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MAY Marion INNOV/IT-S" userId="6700b646-cd05-4d64-95cb-78eaf517c813" providerId="ADAL" clId="{E0AC0E7F-7CE8-5711-99B9-49ED389991AF}"/>
    <pc:docChg chg="custSel addSld modSld modSection">
      <pc:chgData name="DUMAY Marion INNOV/IT-S" userId="6700b646-cd05-4d64-95cb-78eaf517c813" providerId="ADAL" clId="{E0AC0E7F-7CE8-5711-99B9-49ED389991AF}" dt="2026-05-12T13:59:06.505" v="384" actId="948"/>
      <pc:docMkLst>
        <pc:docMk/>
      </pc:docMkLst>
      <pc:sldChg chg="modSp mod">
        <pc:chgData name="DUMAY Marion INNOV/IT-S" userId="6700b646-cd05-4d64-95cb-78eaf517c813" providerId="ADAL" clId="{E0AC0E7F-7CE8-5711-99B9-49ED389991AF}" dt="2026-05-12T13:42:14.960" v="6" actId="20577"/>
        <pc:sldMkLst>
          <pc:docMk/>
          <pc:sldMk cId="3623341291" sldId="310"/>
        </pc:sldMkLst>
        <pc:spChg chg="mod">
          <ac:chgData name="DUMAY Marion INNOV/IT-S" userId="6700b646-cd05-4d64-95cb-78eaf517c813" providerId="ADAL" clId="{E0AC0E7F-7CE8-5711-99B9-49ED389991AF}" dt="2026-05-12T13:42:14.960" v="6" actId="20577"/>
          <ac:spMkLst>
            <pc:docMk/>
            <pc:sldMk cId="3623341291" sldId="310"/>
            <ac:spMk id="11" creationId="{5844BA32-EB19-0677-DB8E-A43AEEC2A2B1}"/>
          </ac:spMkLst>
        </pc:spChg>
      </pc:sldChg>
      <pc:sldChg chg="modSp mod">
        <pc:chgData name="DUMAY Marion INNOV/IT-S" userId="6700b646-cd05-4d64-95cb-78eaf517c813" providerId="ADAL" clId="{E0AC0E7F-7CE8-5711-99B9-49ED389991AF}" dt="2026-05-12T13:53:28.992" v="306" actId="20577"/>
        <pc:sldMkLst>
          <pc:docMk/>
          <pc:sldMk cId="1723255384" sldId="316"/>
        </pc:sldMkLst>
        <pc:spChg chg="mod">
          <ac:chgData name="DUMAY Marion INNOV/IT-S" userId="6700b646-cd05-4d64-95cb-78eaf517c813" providerId="ADAL" clId="{E0AC0E7F-7CE8-5711-99B9-49ED389991AF}" dt="2026-05-12T13:47:09.840" v="23" actId="20577"/>
          <ac:spMkLst>
            <pc:docMk/>
            <pc:sldMk cId="1723255384" sldId="316"/>
            <ac:spMk id="2" creationId="{DF321DAB-3171-C972-848D-8280472E12D9}"/>
          </ac:spMkLst>
        </pc:spChg>
        <pc:spChg chg="mod">
          <ac:chgData name="DUMAY Marion INNOV/IT-S" userId="6700b646-cd05-4d64-95cb-78eaf517c813" providerId="ADAL" clId="{E0AC0E7F-7CE8-5711-99B9-49ED389991AF}" dt="2026-05-12T13:53:28.992" v="306" actId="20577"/>
          <ac:spMkLst>
            <pc:docMk/>
            <pc:sldMk cId="1723255384" sldId="316"/>
            <ac:spMk id="11" creationId="{296F37AA-9B46-4E94-C965-7726F0BE18E8}"/>
          </ac:spMkLst>
        </pc:spChg>
        <pc:picChg chg="mod">
          <ac:chgData name="DUMAY Marion INNOV/IT-S" userId="6700b646-cd05-4d64-95cb-78eaf517c813" providerId="ADAL" clId="{E0AC0E7F-7CE8-5711-99B9-49ED389991AF}" dt="2026-05-12T13:48:19.244" v="25" actId="1076"/>
          <ac:picMkLst>
            <pc:docMk/>
            <pc:sldMk cId="1723255384" sldId="316"/>
            <ac:picMk id="4" creationId="{6700E37E-8286-9EBF-696D-EC43346E65F9}"/>
          </ac:picMkLst>
        </pc:picChg>
      </pc:sldChg>
      <pc:sldChg chg="delSp modSp add mod">
        <pc:chgData name="DUMAY Marion INNOV/IT-S" userId="6700b646-cd05-4d64-95cb-78eaf517c813" providerId="ADAL" clId="{E0AC0E7F-7CE8-5711-99B9-49ED389991AF}" dt="2026-05-12T13:59:06.505" v="384" actId="948"/>
        <pc:sldMkLst>
          <pc:docMk/>
          <pc:sldMk cId="2510468617" sldId="318"/>
        </pc:sldMkLst>
        <pc:spChg chg="mod">
          <ac:chgData name="DUMAY Marion INNOV/IT-S" userId="6700b646-cd05-4d64-95cb-78eaf517c813" providerId="ADAL" clId="{E0AC0E7F-7CE8-5711-99B9-49ED389991AF}" dt="2026-05-12T13:58:30.123" v="382" actId="20577"/>
          <ac:spMkLst>
            <pc:docMk/>
            <pc:sldMk cId="2510468617" sldId="318"/>
            <ac:spMk id="2" creationId="{9CCB69D4-53B6-2A98-1BF0-D857378896C7}"/>
          </ac:spMkLst>
        </pc:spChg>
        <pc:spChg chg="mod">
          <ac:chgData name="DUMAY Marion INNOV/IT-S" userId="6700b646-cd05-4d64-95cb-78eaf517c813" providerId="ADAL" clId="{E0AC0E7F-7CE8-5711-99B9-49ED389991AF}" dt="2026-05-12T13:59:06.505" v="384" actId="948"/>
          <ac:spMkLst>
            <pc:docMk/>
            <pc:sldMk cId="2510468617" sldId="318"/>
            <ac:spMk id="11" creationId="{35B1B8BD-9182-3AD8-F4DC-76802257B3B7}"/>
          </ac:spMkLst>
        </pc:spChg>
        <pc:picChg chg="del">
          <ac:chgData name="DUMAY Marion INNOV/IT-S" userId="6700b646-cd05-4d64-95cb-78eaf517c813" providerId="ADAL" clId="{E0AC0E7F-7CE8-5711-99B9-49ED389991AF}" dt="2026-05-12T13:54:42.602" v="308" actId="478"/>
          <ac:picMkLst>
            <pc:docMk/>
            <pc:sldMk cId="2510468617" sldId="318"/>
            <ac:picMk id="4" creationId="{1346DA65-BEE4-4D48-0B52-DCC6B62D368F}"/>
          </ac:picMkLst>
        </pc:picChg>
      </pc:sldChg>
    </pc:docChg>
  </pc:docChgLst>
  <pc:docChgLst>
    <pc:chgData name="LAMPIN Quentin INNOV/IT-S" userId="4206adc8-06f3-463c-9c13-dd346886c5b1" providerId="ADAL" clId="{A7D400E6-3B59-5521-BEEA-FBD94E6FAD4C}"/>
    <pc:docChg chg="undo custSel addSld delSld modSld modSection">
      <pc:chgData name="LAMPIN Quentin INNOV/IT-S" userId="4206adc8-06f3-463c-9c13-dd346886c5b1" providerId="ADAL" clId="{A7D400E6-3B59-5521-BEEA-FBD94E6FAD4C}" dt="2026-05-12T14:00:04.391" v="828" actId="14100"/>
      <pc:docMkLst>
        <pc:docMk/>
      </pc:docMkLst>
      <pc:sldChg chg="modSp mod">
        <pc:chgData name="LAMPIN Quentin INNOV/IT-S" userId="4206adc8-06f3-463c-9c13-dd346886c5b1" providerId="ADAL" clId="{A7D400E6-3B59-5521-BEEA-FBD94E6FAD4C}" dt="2026-05-12T14:00:04.391" v="828" actId="14100"/>
        <pc:sldMkLst>
          <pc:docMk/>
          <pc:sldMk cId="2216303800" sldId="261"/>
        </pc:sldMkLst>
        <pc:spChg chg="mod">
          <ac:chgData name="LAMPIN Quentin INNOV/IT-S" userId="4206adc8-06f3-463c-9c13-dd346886c5b1" providerId="ADAL" clId="{A7D400E6-3B59-5521-BEEA-FBD94E6FAD4C}" dt="2026-05-12T14:00:04.391" v="828" actId="14100"/>
          <ac:spMkLst>
            <pc:docMk/>
            <pc:sldMk cId="2216303800" sldId="261"/>
            <ac:spMk id="11" creationId="{622253B3-81CE-EA27-9D7A-434B5D844651}"/>
          </ac:spMkLst>
        </pc:spChg>
      </pc:sldChg>
      <pc:sldChg chg="del">
        <pc:chgData name="LAMPIN Quentin INNOV/IT-S" userId="4206adc8-06f3-463c-9c13-dd346886c5b1" providerId="ADAL" clId="{A7D400E6-3B59-5521-BEEA-FBD94E6FAD4C}" dt="2026-05-12T13:47:32.605" v="48" actId="2696"/>
        <pc:sldMkLst>
          <pc:docMk/>
          <pc:sldMk cId="2251168664" sldId="263"/>
        </pc:sldMkLst>
      </pc:sldChg>
      <pc:sldChg chg="del">
        <pc:chgData name="LAMPIN Quentin INNOV/IT-S" userId="4206adc8-06f3-463c-9c13-dd346886c5b1" providerId="ADAL" clId="{A7D400E6-3B59-5521-BEEA-FBD94E6FAD4C}" dt="2026-05-12T13:47:32.623" v="57" actId="2696"/>
        <pc:sldMkLst>
          <pc:docMk/>
          <pc:sldMk cId="1813978806" sldId="264"/>
        </pc:sldMkLst>
      </pc:sldChg>
      <pc:sldChg chg="del">
        <pc:chgData name="LAMPIN Quentin INNOV/IT-S" userId="4206adc8-06f3-463c-9c13-dd346886c5b1" providerId="ADAL" clId="{A7D400E6-3B59-5521-BEEA-FBD94E6FAD4C}" dt="2026-05-12T13:47:32.610" v="53" actId="2696"/>
        <pc:sldMkLst>
          <pc:docMk/>
          <pc:sldMk cId="1864071953" sldId="265"/>
        </pc:sldMkLst>
      </pc:sldChg>
      <pc:sldChg chg="del">
        <pc:chgData name="LAMPIN Quentin INNOV/IT-S" userId="4206adc8-06f3-463c-9c13-dd346886c5b1" providerId="ADAL" clId="{A7D400E6-3B59-5521-BEEA-FBD94E6FAD4C}" dt="2026-05-12T13:47:32.625" v="59" actId="2696"/>
        <pc:sldMkLst>
          <pc:docMk/>
          <pc:sldMk cId="2802472718" sldId="266"/>
        </pc:sldMkLst>
      </pc:sldChg>
      <pc:sldChg chg="del">
        <pc:chgData name="LAMPIN Quentin INNOV/IT-S" userId="4206adc8-06f3-463c-9c13-dd346886c5b1" providerId="ADAL" clId="{A7D400E6-3B59-5521-BEEA-FBD94E6FAD4C}" dt="2026-05-12T13:47:32.633" v="69" actId="2696"/>
        <pc:sldMkLst>
          <pc:docMk/>
          <pc:sldMk cId="321727995" sldId="271"/>
        </pc:sldMkLst>
      </pc:sldChg>
      <pc:sldChg chg="del">
        <pc:chgData name="LAMPIN Quentin INNOV/IT-S" userId="4206adc8-06f3-463c-9c13-dd346886c5b1" providerId="ADAL" clId="{A7D400E6-3B59-5521-BEEA-FBD94E6FAD4C}" dt="2026-05-12T13:47:32.624" v="58" actId="2696"/>
        <pc:sldMkLst>
          <pc:docMk/>
          <pc:sldMk cId="433374202" sldId="272"/>
        </pc:sldMkLst>
      </pc:sldChg>
      <pc:sldChg chg="del">
        <pc:chgData name="LAMPIN Quentin INNOV/IT-S" userId="4206adc8-06f3-463c-9c13-dd346886c5b1" providerId="ADAL" clId="{A7D400E6-3B59-5521-BEEA-FBD94E6FAD4C}" dt="2026-05-12T13:47:32.629" v="66" actId="2696"/>
        <pc:sldMkLst>
          <pc:docMk/>
          <pc:sldMk cId="3125983942" sldId="273"/>
        </pc:sldMkLst>
      </pc:sldChg>
      <pc:sldChg chg="modSp mod">
        <pc:chgData name="LAMPIN Quentin INNOV/IT-S" userId="4206adc8-06f3-463c-9c13-dd346886c5b1" providerId="ADAL" clId="{A7D400E6-3B59-5521-BEEA-FBD94E6FAD4C}" dt="2026-05-12T13:46:49.192" v="47" actId="20577"/>
        <pc:sldMkLst>
          <pc:docMk/>
          <pc:sldMk cId="3755730827" sldId="277"/>
        </pc:sldMkLst>
        <pc:spChg chg="mod">
          <ac:chgData name="LAMPIN Quentin INNOV/IT-S" userId="4206adc8-06f3-463c-9c13-dd346886c5b1" providerId="ADAL" clId="{A7D400E6-3B59-5521-BEEA-FBD94E6FAD4C}" dt="2026-05-12T13:46:49.192" v="47" actId="20577"/>
          <ac:spMkLst>
            <pc:docMk/>
            <pc:sldMk cId="3755730827" sldId="277"/>
            <ac:spMk id="6" creationId="{D0344161-E816-D205-82A3-E27B24C95C89}"/>
          </ac:spMkLst>
        </pc:spChg>
      </pc:sldChg>
      <pc:sldChg chg="del">
        <pc:chgData name="LAMPIN Quentin INNOV/IT-S" userId="4206adc8-06f3-463c-9c13-dd346886c5b1" providerId="ADAL" clId="{A7D400E6-3B59-5521-BEEA-FBD94E6FAD4C}" dt="2026-05-12T13:47:32.611" v="54" actId="2696"/>
        <pc:sldMkLst>
          <pc:docMk/>
          <pc:sldMk cId="961266470" sldId="279"/>
        </pc:sldMkLst>
      </pc:sldChg>
      <pc:sldChg chg="del">
        <pc:chgData name="LAMPIN Quentin INNOV/IT-S" userId="4206adc8-06f3-463c-9c13-dd346886c5b1" providerId="ADAL" clId="{A7D400E6-3B59-5521-BEEA-FBD94E6FAD4C}" dt="2026-05-12T13:47:32.629" v="65" actId="2696"/>
        <pc:sldMkLst>
          <pc:docMk/>
          <pc:sldMk cId="4129797254" sldId="281"/>
        </pc:sldMkLst>
      </pc:sldChg>
      <pc:sldChg chg="del">
        <pc:chgData name="LAMPIN Quentin INNOV/IT-S" userId="4206adc8-06f3-463c-9c13-dd346886c5b1" providerId="ADAL" clId="{A7D400E6-3B59-5521-BEEA-FBD94E6FAD4C}" dt="2026-05-12T13:47:32.626" v="61" actId="2696"/>
        <pc:sldMkLst>
          <pc:docMk/>
          <pc:sldMk cId="3511548849" sldId="282"/>
        </pc:sldMkLst>
      </pc:sldChg>
      <pc:sldChg chg="del">
        <pc:chgData name="LAMPIN Quentin INNOV/IT-S" userId="4206adc8-06f3-463c-9c13-dd346886c5b1" providerId="ADAL" clId="{A7D400E6-3B59-5521-BEEA-FBD94E6FAD4C}" dt="2026-05-12T13:47:32.609" v="52" actId="2696"/>
        <pc:sldMkLst>
          <pc:docMk/>
          <pc:sldMk cId="319577560" sldId="287"/>
        </pc:sldMkLst>
      </pc:sldChg>
      <pc:sldChg chg="del">
        <pc:chgData name="LAMPIN Quentin INNOV/IT-S" userId="4206adc8-06f3-463c-9c13-dd346886c5b1" providerId="ADAL" clId="{A7D400E6-3B59-5521-BEEA-FBD94E6FAD4C}" dt="2026-05-12T13:47:32.607" v="50" actId="2696"/>
        <pc:sldMkLst>
          <pc:docMk/>
          <pc:sldMk cId="4176298935" sldId="289"/>
        </pc:sldMkLst>
      </pc:sldChg>
      <pc:sldChg chg="del">
        <pc:chgData name="LAMPIN Quentin INNOV/IT-S" userId="4206adc8-06f3-463c-9c13-dd346886c5b1" providerId="ADAL" clId="{A7D400E6-3B59-5521-BEEA-FBD94E6FAD4C}" dt="2026-05-12T13:47:32.608" v="51" actId="2696"/>
        <pc:sldMkLst>
          <pc:docMk/>
          <pc:sldMk cId="508364349" sldId="290"/>
        </pc:sldMkLst>
      </pc:sldChg>
      <pc:sldChg chg="del">
        <pc:chgData name="LAMPIN Quentin INNOV/IT-S" userId="4206adc8-06f3-463c-9c13-dd346886c5b1" providerId="ADAL" clId="{A7D400E6-3B59-5521-BEEA-FBD94E6FAD4C}" dt="2026-05-12T13:47:32.612" v="55" actId="2696"/>
        <pc:sldMkLst>
          <pc:docMk/>
          <pc:sldMk cId="3175852529" sldId="292"/>
        </pc:sldMkLst>
      </pc:sldChg>
      <pc:sldChg chg="del">
        <pc:chgData name="LAMPIN Quentin INNOV/IT-S" userId="4206adc8-06f3-463c-9c13-dd346886c5b1" providerId="ADAL" clId="{A7D400E6-3B59-5521-BEEA-FBD94E6FAD4C}" dt="2026-05-12T13:47:32.625" v="60" actId="2696"/>
        <pc:sldMkLst>
          <pc:docMk/>
          <pc:sldMk cId="4076810640" sldId="293"/>
        </pc:sldMkLst>
      </pc:sldChg>
      <pc:sldChg chg="del">
        <pc:chgData name="LAMPIN Quentin INNOV/IT-S" userId="4206adc8-06f3-463c-9c13-dd346886c5b1" providerId="ADAL" clId="{A7D400E6-3B59-5521-BEEA-FBD94E6FAD4C}" dt="2026-05-12T13:47:32.660" v="71" actId="2696"/>
        <pc:sldMkLst>
          <pc:docMk/>
          <pc:sldMk cId="2515847405" sldId="294"/>
        </pc:sldMkLst>
      </pc:sldChg>
      <pc:sldChg chg="del">
        <pc:chgData name="LAMPIN Quentin INNOV/IT-S" userId="4206adc8-06f3-463c-9c13-dd346886c5b1" providerId="ADAL" clId="{A7D400E6-3B59-5521-BEEA-FBD94E6FAD4C}" dt="2026-05-12T13:47:32.631" v="68" actId="2696"/>
        <pc:sldMkLst>
          <pc:docMk/>
          <pc:sldMk cId="3545625954" sldId="295"/>
        </pc:sldMkLst>
      </pc:sldChg>
      <pc:sldChg chg="del">
        <pc:chgData name="LAMPIN Quentin INNOV/IT-S" userId="4206adc8-06f3-463c-9c13-dd346886c5b1" providerId="ADAL" clId="{A7D400E6-3B59-5521-BEEA-FBD94E6FAD4C}" dt="2026-05-12T13:47:32.627" v="63" actId="2696"/>
        <pc:sldMkLst>
          <pc:docMk/>
          <pc:sldMk cId="3825673232" sldId="296"/>
        </pc:sldMkLst>
      </pc:sldChg>
      <pc:sldChg chg="del">
        <pc:chgData name="LAMPIN Quentin INNOV/IT-S" userId="4206adc8-06f3-463c-9c13-dd346886c5b1" providerId="ADAL" clId="{A7D400E6-3B59-5521-BEEA-FBD94E6FAD4C}" dt="2026-05-12T13:47:32.613" v="56" actId="2696"/>
        <pc:sldMkLst>
          <pc:docMk/>
          <pc:sldMk cId="3469281675" sldId="297"/>
        </pc:sldMkLst>
      </pc:sldChg>
      <pc:sldChg chg="del">
        <pc:chgData name="LAMPIN Quentin INNOV/IT-S" userId="4206adc8-06f3-463c-9c13-dd346886c5b1" providerId="ADAL" clId="{A7D400E6-3B59-5521-BEEA-FBD94E6FAD4C}" dt="2026-05-12T13:47:32.627" v="62" actId="2696"/>
        <pc:sldMkLst>
          <pc:docMk/>
          <pc:sldMk cId="2767740771" sldId="298"/>
        </pc:sldMkLst>
      </pc:sldChg>
      <pc:sldChg chg="del">
        <pc:chgData name="LAMPIN Quentin INNOV/IT-S" userId="4206adc8-06f3-463c-9c13-dd346886c5b1" providerId="ADAL" clId="{A7D400E6-3B59-5521-BEEA-FBD94E6FAD4C}" dt="2026-05-12T13:47:32.630" v="67" actId="2696"/>
        <pc:sldMkLst>
          <pc:docMk/>
          <pc:sldMk cId="3875015004" sldId="299"/>
        </pc:sldMkLst>
      </pc:sldChg>
      <pc:sldChg chg="del">
        <pc:chgData name="LAMPIN Quentin INNOV/IT-S" userId="4206adc8-06f3-463c-9c13-dd346886c5b1" providerId="ADAL" clId="{A7D400E6-3B59-5521-BEEA-FBD94E6FAD4C}" dt="2026-05-12T13:47:32.656" v="70" actId="2696"/>
        <pc:sldMkLst>
          <pc:docMk/>
          <pc:sldMk cId="811930766" sldId="302"/>
        </pc:sldMkLst>
      </pc:sldChg>
      <pc:sldChg chg="del">
        <pc:chgData name="LAMPIN Quentin INNOV/IT-S" userId="4206adc8-06f3-463c-9c13-dd346886c5b1" providerId="ADAL" clId="{A7D400E6-3B59-5521-BEEA-FBD94E6FAD4C}" dt="2026-05-12T13:47:32.607" v="49" actId="2696"/>
        <pc:sldMkLst>
          <pc:docMk/>
          <pc:sldMk cId="880059197" sldId="304"/>
        </pc:sldMkLst>
      </pc:sldChg>
      <pc:sldChg chg="del">
        <pc:chgData name="LAMPIN Quentin INNOV/IT-S" userId="4206adc8-06f3-463c-9c13-dd346886c5b1" providerId="ADAL" clId="{A7D400E6-3B59-5521-BEEA-FBD94E6FAD4C}" dt="2026-05-12T13:47:32.628" v="64" actId="2696"/>
        <pc:sldMkLst>
          <pc:docMk/>
          <pc:sldMk cId="840474273" sldId="305"/>
        </pc:sldMkLst>
      </pc:sldChg>
      <pc:sldChg chg="modSp mod">
        <pc:chgData name="LAMPIN Quentin INNOV/IT-S" userId="4206adc8-06f3-463c-9c13-dd346886c5b1" providerId="ADAL" clId="{A7D400E6-3B59-5521-BEEA-FBD94E6FAD4C}" dt="2026-05-12T13:44:10.530" v="1" actId="20577"/>
        <pc:sldMkLst>
          <pc:docMk/>
          <pc:sldMk cId="3623341291" sldId="310"/>
        </pc:sldMkLst>
        <pc:spChg chg="mod">
          <ac:chgData name="LAMPIN Quentin INNOV/IT-S" userId="4206adc8-06f3-463c-9c13-dd346886c5b1" providerId="ADAL" clId="{A7D400E6-3B59-5521-BEEA-FBD94E6FAD4C}" dt="2026-05-12T13:44:10.530" v="1" actId="20577"/>
          <ac:spMkLst>
            <pc:docMk/>
            <pc:sldMk cId="3623341291" sldId="310"/>
            <ac:spMk id="11" creationId="{5844BA32-EB19-0677-DB8E-A43AEEC2A2B1}"/>
          </ac:spMkLst>
        </pc:spChg>
      </pc:sldChg>
      <pc:sldChg chg="modSp add mod">
        <pc:chgData name="LAMPIN Quentin INNOV/IT-S" userId="4206adc8-06f3-463c-9c13-dd346886c5b1" providerId="ADAL" clId="{A7D400E6-3B59-5521-BEEA-FBD94E6FAD4C}" dt="2026-05-12T13:56:43.147" v="732" actId="207"/>
        <pc:sldMkLst>
          <pc:docMk/>
          <pc:sldMk cId="3492488180" sldId="317"/>
        </pc:sldMkLst>
        <pc:spChg chg="mod">
          <ac:chgData name="LAMPIN Quentin INNOV/IT-S" userId="4206adc8-06f3-463c-9c13-dd346886c5b1" providerId="ADAL" clId="{A7D400E6-3B59-5521-BEEA-FBD94E6FAD4C}" dt="2026-05-12T13:50:09.615" v="232" actId="20577"/>
          <ac:spMkLst>
            <pc:docMk/>
            <pc:sldMk cId="3492488180" sldId="317"/>
            <ac:spMk id="2" creationId="{8332C3A7-50EA-9A88-8143-6230662D5A83}"/>
          </ac:spMkLst>
        </pc:spChg>
        <pc:spChg chg="mod">
          <ac:chgData name="LAMPIN Quentin INNOV/IT-S" userId="4206adc8-06f3-463c-9c13-dd346886c5b1" providerId="ADAL" clId="{A7D400E6-3B59-5521-BEEA-FBD94E6FAD4C}" dt="2026-05-12T13:56:43.147" v="732" actId="207"/>
          <ac:spMkLst>
            <pc:docMk/>
            <pc:sldMk cId="3492488180" sldId="317"/>
            <ac:spMk id="6" creationId="{988F27B8-1B9D-E361-6EB7-4F379EED8159}"/>
          </ac:spMkLst>
        </pc:spChg>
      </pc:sldChg>
      <pc:sldChg chg="modSp mod">
        <pc:chgData name="LAMPIN Quentin INNOV/IT-S" userId="4206adc8-06f3-463c-9c13-dd346886c5b1" providerId="ADAL" clId="{A7D400E6-3B59-5521-BEEA-FBD94E6FAD4C}" dt="2026-05-12T13:58:25.322" v="822" actId="20577"/>
        <pc:sldMkLst>
          <pc:docMk/>
          <pc:sldMk cId="2510468617" sldId="318"/>
        </pc:sldMkLst>
        <pc:spChg chg="mod">
          <ac:chgData name="LAMPIN Quentin INNOV/IT-S" userId="4206adc8-06f3-463c-9c13-dd346886c5b1" providerId="ADAL" clId="{A7D400E6-3B59-5521-BEEA-FBD94E6FAD4C}" dt="2026-05-12T13:58:25.322" v="822" actId="20577"/>
          <ac:spMkLst>
            <pc:docMk/>
            <pc:sldMk cId="2510468617" sldId="318"/>
            <ac:spMk id="2" creationId="{9CCB69D4-53B6-2A98-1BF0-D857378896C7}"/>
          </ac:spMkLst>
        </pc:spChg>
      </pc:sldChg>
      <pc:sldChg chg="modSp add mod">
        <pc:chgData name="LAMPIN Quentin INNOV/IT-S" userId="4206adc8-06f3-463c-9c13-dd346886c5b1" providerId="ADAL" clId="{A7D400E6-3B59-5521-BEEA-FBD94E6FAD4C}" dt="2026-05-12T13:59:12.056" v="823" actId="20577"/>
        <pc:sldMkLst>
          <pc:docMk/>
          <pc:sldMk cId="954195806" sldId="319"/>
        </pc:sldMkLst>
        <pc:spChg chg="mod">
          <ac:chgData name="LAMPIN Quentin INNOV/IT-S" userId="4206adc8-06f3-463c-9c13-dd346886c5b1" providerId="ADAL" clId="{A7D400E6-3B59-5521-BEEA-FBD94E6FAD4C}" dt="2026-05-12T13:56:53.897" v="742" actId="20577"/>
          <ac:spMkLst>
            <pc:docMk/>
            <pc:sldMk cId="954195806" sldId="319"/>
            <ac:spMk id="2" creationId="{EDBA38EE-4E07-5E59-C329-8015652F866A}"/>
          </ac:spMkLst>
        </pc:spChg>
        <pc:spChg chg="mod">
          <ac:chgData name="LAMPIN Quentin INNOV/IT-S" userId="4206adc8-06f3-463c-9c13-dd346886c5b1" providerId="ADAL" clId="{A7D400E6-3B59-5521-BEEA-FBD94E6FAD4C}" dt="2026-05-12T13:59:12.056" v="823" actId="20577"/>
          <ac:spMkLst>
            <pc:docMk/>
            <pc:sldMk cId="954195806" sldId="319"/>
            <ac:spMk id="6" creationId="{B9B6C58C-04E2-9D07-2D4A-824199A1CFE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3" name="Google Shape;3;n"/>
          <p:cNvSpPr>
            <a:spLocks noGrp="1" noRot="1" noChangeAspect="1"/>
          </p:cNvSpPr>
          <p:nvPr>
            <p:ph type="sldImg" idx="2"/>
          </p:nvPr>
        </p:nvSpPr>
        <p:spPr bwMode="auto">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txBody>
          <a:bodyPr/>
          <a:lstStyle/>
          <a:p>
            <a:endParaRPr lang="en-US"/>
          </a:p>
        </p:txBody>
      </p:sp>
      <p:sp>
        <p:nvSpPr>
          <p:cNvPr id="4" name="Google Shape;4;n"/>
          <p:cNvSpPr txBox="1">
            <a:spLocks noGrp="1"/>
          </p:cNvSpPr>
          <p:nvPr>
            <p:ph type="body" idx="1"/>
          </p:nvPr>
        </p:nvSpPr>
        <p:spPr bwMode="auto">
          <a:xfrm>
            <a:off x="914400" y="4343400"/>
            <a:ext cx="5029200" cy="4114800"/>
          </a:xfrm>
          <a:prstGeom prst="rect">
            <a:avLst/>
          </a:prstGeom>
          <a:noFill/>
          <a:ln>
            <a:noFill/>
          </a:ln>
        </p:spPr>
        <p:txBody>
          <a:bodyPr spcFirstLastPara="1" wrap="square" lIns="91425" tIns="45700" rIns="91425" bIns="45700" anchor="t" anchorCtr="0">
            <a:noAutofit/>
          </a:bodyPr>
          <a:lstStyle>
            <a:lvl1pPr marL="457200" marR="0" lvl="0" indent="-228600" algn="l">
              <a:spcBef>
                <a:spcPts val="0"/>
              </a:spcBef>
              <a:spcAft>
                <a:spcPts val="0"/>
              </a:spcAft>
              <a:buSzPts val="1400"/>
              <a:buNone/>
              <a:defRPr sz="1400" b="0" i="0" u="none" strike="noStrike" cap="none">
                <a:latin typeface="Arial"/>
                <a:ea typeface="Arial"/>
                <a:cs typeface="Arial"/>
              </a:defRPr>
            </a:lvl1pPr>
            <a:lvl2pPr marL="914400" marR="0" lvl="1" indent="-228600" algn="l">
              <a:spcBef>
                <a:spcPts val="0"/>
              </a:spcBef>
              <a:spcAft>
                <a:spcPts val="0"/>
              </a:spcAft>
              <a:buSzPts val="1400"/>
              <a:buNone/>
              <a:defRPr sz="1400" b="0" i="0" u="none" strike="noStrike" cap="none">
                <a:latin typeface="Arial"/>
                <a:ea typeface="Arial"/>
                <a:cs typeface="Arial"/>
              </a:defRPr>
            </a:lvl2pPr>
            <a:lvl3pPr marL="1371600" marR="0" lvl="2" indent="-228600" algn="l">
              <a:spcBef>
                <a:spcPts val="0"/>
              </a:spcBef>
              <a:spcAft>
                <a:spcPts val="0"/>
              </a:spcAft>
              <a:buSzPts val="1400"/>
              <a:buNone/>
              <a:defRPr sz="1400" b="0" i="0" u="none" strike="noStrike" cap="none">
                <a:latin typeface="Arial"/>
                <a:ea typeface="Arial"/>
                <a:cs typeface="Arial"/>
              </a:defRPr>
            </a:lvl3pPr>
            <a:lvl4pPr marL="1828800" marR="0" lvl="3" indent="-228600" algn="l">
              <a:spcBef>
                <a:spcPts val="0"/>
              </a:spcBef>
              <a:spcAft>
                <a:spcPts val="0"/>
              </a:spcAft>
              <a:buSzPts val="1400"/>
              <a:buNone/>
              <a:defRPr sz="1400" b="0" i="0" u="none" strike="noStrike" cap="none">
                <a:latin typeface="Arial"/>
                <a:ea typeface="Arial"/>
                <a:cs typeface="Arial"/>
              </a:defRPr>
            </a:lvl4pPr>
            <a:lvl5pPr marL="2286000" marR="0" lvl="4" indent="-228600" algn="l">
              <a:spcBef>
                <a:spcPts val="0"/>
              </a:spcBef>
              <a:spcAft>
                <a:spcPts val="0"/>
              </a:spcAft>
              <a:buSzPts val="1400"/>
              <a:buNone/>
              <a:defRPr sz="1400" b="0" i="0" u="none" strike="noStrike" cap="none">
                <a:latin typeface="Arial"/>
                <a:ea typeface="Arial"/>
                <a:cs typeface="Arial"/>
              </a:defRPr>
            </a:lvl5pPr>
            <a:lvl6pPr marL="2743200" marR="0" lvl="5" indent="-228600" algn="l">
              <a:spcBef>
                <a:spcPts val="0"/>
              </a:spcBef>
              <a:spcAft>
                <a:spcPts val="0"/>
              </a:spcAft>
              <a:buSzPts val="1400"/>
              <a:buNone/>
              <a:defRPr sz="1400" b="0" i="0" u="none" strike="noStrike" cap="none">
                <a:latin typeface="Arial"/>
                <a:ea typeface="Arial"/>
                <a:cs typeface="Arial"/>
              </a:defRPr>
            </a:lvl6pPr>
            <a:lvl7pPr marL="3200400" marR="0" lvl="6" indent="-228600" algn="l">
              <a:spcBef>
                <a:spcPts val="0"/>
              </a:spcBef>
              <a:spcAft>
                <a:spcPts val="0"/>
              </a:spcAft>
              <a:buSzPts val="1400"/>
              <a:buNone/>
              <a:defRPr sz="1400" b="0" i="0" u="none" strike="noStrike" cap="none">
                <a:latin typeface="Arial"/>
                <a:ea typeface="Arial"/>
                <a:cs typeface="Arial"/>
              </a:defRPr>
            </a:lvl7pPr>
            <a:lvl8pPr marL="3657600" marR="0" lvl="7" indent="-228600" algn="l">
              <a:spcBef>
                <a:spcPts val="0"/>
              </a:spcBef>
              <a:spcAft>
                <a:spcPts val="0"/>
              </a:spcAft>
              <a:buSzPts val="1400"/>
              <a:buNone/>
              <a:defRPr sz="1400" b="0" i="0" u="none" strike="noStrike" cap="none">
                <a:latin typeface="Arial"/>
                <a:ea typeface="Arial"/>
                <a:cs typeface="Arial"/>
              </a:defRPr>
            </a:lvl8pPr>
            <a:lvl9pPr marL="4114800" marR="0" lvl="8" indent="-228600" algn="l">
              <a:spcBef>
                <a:spcPts val="0"/>
              </a:spcBef>
              <a:spcAft>
                <a:spcPts val="0"/>
              </a:spcAft>
              <a:buSzPts val="1400"/>
              <a:buNone/>
              <a:defRPr sz="1400" b="0" i="0" u="none" strike="noStrike" cap="none">
                <a:latin typeface="Arial"/>
                <a:ea typeface="Arial"/>
                <a:cs typeface="Arial"/>
              </a:defRPr>
            </a:lvl9pPr>
          </a:lstStyle>
          <a:p>
            <a:pPr>
              <a:defRPr/>
            </a:pPr>
            <a:endParaRPr/>
          </a:p>
        </p:txBody>
      </p:sp>
    </p:spTree>
  </p:cSld>
  <p:clrMap bg1="lt1" tx1="dk1" bg2="dk2" tx2="lt2" accent1="accent1" accent2="accent2" accent3="accent3" accent4="accent4" accent5="accent5" accent6="accent6" hlink="hlink" folHlink="folHlink"/>
  <p:notes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datatracker.ietf.org/meeting/120/materials/slides-120-eodir-sessb-note-well-dos-and-donts"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7179d949db_7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 name="Google Shape;67;g7179d949db_7_6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200">
                <a:solidFill>
                  <a:srgbClr val="424242"/>
                </a:solidFill>
                <a:highlight>
                  <a:srgbClr val="FFFFFF"/>
                </a:highlight>
                <a:latin typeface="Roboto"/>
                <a:ea typeface="Roboto"/>
                <a:cs typeface="Roboto"/>
                <a:sym typeface="Roboto"/>
              </a:rPr>
              <a:t>The IETF Note Well should be shown at the start of every IETF working session. The guidance below is </a:t>
            </a:r>
            <a:r>
              <a:rPr lang="en-US" sz="1200" u="sng">
                <a:solidFill>
                  <a:srgbClr val="1976D2"/>
                </a:solidFill>
                <a:latin typeface="Roboto"/>
                <a:ea typeface="Roboto"/>
                <a:cs typeface="Roboto"/>
                <a:sym typeface="Roboto"/>
                <a:hlinkClick r:id="rId3">
                  <a:extLst>
                    <a:ext uri="{A12FA001-AC4F-418D-AE19-62706E023703}">
                      <ahyp:hlinkClr xmlns:ahyp="http://schemas.microsoft.com/office/drawing/2018/hyperlinkcolor" val="tx"/>
                    </a:ext>
                  </a:extLst>
                </a:hlinkClick>
              </a:rPr>
              <a:t>adapted from IETF legal counsel presentation during IETF 120</a:t>
            </a: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None/>
            </a:pPr>
            <a:endParaRPr sz="1200">
              <a:solidFill>
                <a:srgbClr val="1B5E20"/>
              </a:solidFill>
              <a:highlight>
                <a:srgbClr val="E8F5E9"/>
              </a:highlight>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1B5E20"/>
                </a:solidFill>
                <a:highlight>
                  <a:srgbClr val="E8F5E9"/>
                </a:highlight>
                <a:latin typeface="Roboto"/>
                <a:ea typeface="Roboto"/>
                <a:cs typeface="Roboto"/>
                <a:sym typeface="Roboto"/>
              </a:rPr>
              <a:t>DO</a:t>
            </a:r>
            <a:endParaRPr sz="1200">
              <a:solidFill>
                <a:srgbClr val="1B5E20"/>
              </a:solidFill>
              <a:highlight>
                <a:srgbClr val="E8F5E9"/>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make sure people have enough time to read through the slide before you move on,</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give a high-level summary of what’s covered in the Note Well: “IETF policies on conduct, privacy and IPR.”,</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encourage people to read through all the linked policies &amp; documents in detail before participating or contributing,</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 explain where people can direct questions or concerns (IETF Executive Director or Ombudsteam).</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r>
              <a:rPr lang="en-US" sz="1200">
                <a:solidFill>
                  <a:srgbClr val="B33F00"/>
                </a:solidFill>
                <a:highlight>
                  <a:srgbClr val="FFF3E0"/>
                </a:highlight>
                <a:latin typeface="Roboto"/>
                <a:ea typeface="Roboto"/>
                <a:cs typeface="Roboto"/>
                <a:sym typeface="Roboto"/>
              </a:rPr>
              <a:t>DON'T</a:t>
            </a:r>
            <a:endParaRPr sz="1200">
              <a:solidFill>
                <a:srgbClr val="B33F00"/>
              </a:solidFill>
              <a:highlight>
                <a:srgbClr val="FFF3E0"/>
              </a:highlight>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dismiss the importance or relevance of any of the information on the Note Well.</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interpret the meaning or get into the substance of any of the topics or content of the policies.</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communicate that the Note Well conveys all the information participants need to know.</a:t>
            </a:r>
            <a:endParaRPr sz="1200">
              <a:solidFill>
                <a:srgbClr val="424242"/>
              </a:solidFill>
              <a:latin typeface="Roboto"/>
              <a:ea typeface="Roboto"/>
              <a:cs typeface="Roboto"/>
              <a:sym typeface="Roboto"/>
            </a:endParaRPr>
          </a:p>
          <a:p>
            <a:pPr marL="457200" lvl="0" indent="-304800" algn="l" rtl="0">
              <a:lnSpc>
                <a:spcPct val="115000"/>
              </a:lnSpc>
              <a:spcBef>
                <a:spcPts val="0"/>
              </a:spcBef>
              <a:spcAft>
                <a:spcPts val="0"/>
              </a:spcAft>
              <a:buClr>
                <a:srgbClr val="424242"/>
              </a:buClr>
              <a:buSzPts val="1200"/>
              <a:buFont typeface="Roboto"/>
              <a:buAutoNum type="arabicPeriod"/>
            </a:pPr>
            <a:r>
              <a:rPr lang="en-US" sz="1200">
                <a:solidFill>
                  <a:srgbClr val="424242"/>
                </a:solidFill>
                <a:latin typeface="Roboto"/>
                <a:ea typeface="Roboto"/>
                <a:cs typeface="Roboto"/>
                <a:sym typeface="Roboto"/>
              </a:rPr>
              <a:t>Don’t address questions or concerns in the meeting itself.</a:t>
            </a:r>
            <a:endParaRPr sz="1200">
              <a:solidFill>
                <a:srgbClr val="424242"/>
              </a:solidFill>
              <a:latin typeface="Roboto"/>
              <a:ea typeface="Roboto"/>
              <a:cs typeface="Roboto"/>
              <a:sym typeface="Roboto"/>
            </a:endParaRPr>
          </a:p>
          <a:p>
            <a:pPr marL="0" lvl="0" indent="0" algn="l" rtl="0">
              <a:lnSpc>
                <a:spcPct val="115000"/>
              </a:lnSpc>
              <a:spcBef>
                <a:spcPts val="0"/>
              </a:spcBef>
              <a:spcAft>
                <a:spcPts val="0"/>
              </a:spcAft>
              <a:buClr>
                <a:schemeClr val="dk1"/>
              </a:buClr>
              <a:buSzPts val="1100"/>
              <a:buFont typeface="Arial"/>
              <a:buNone/>
            </a:pPr>
            <a:endParaRPr sz="1200">
              <a:solidFill>
                <a:srgbClr val="424242"/>
              </a:solidFill>
              <a:latin typeface="Roboto"/>
              <a:ea typeface="Roboto"/>
              <a:cs typeface="Roboto"/>
              <a:sym typeface="Roboto"/>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3FCD7-F462-1C71-4574-CD6E9C08C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7A5762-0FAC-1E67-507F-052F93ECA851}"/>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64EBF7EC-294F-2C78-69C2-9E836BDEE7B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159524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AF1027-9507-7E20-841B-DFEB98FE6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0CA99-734F-4F26-1900-0CAFEDC09504}"/>
              </a:ext>
            </a:extLst>
          </p:cNvPr>
          <p:cNvSpPr>
            <a:spLocks noGrp="1" noRot="1" noChangeAspect="1"/>
          </p:cNvSpPr>
          <p:nvPr>
            <p:ph type="sldImg"/>
          </p:nvPr>
        </p:nvSpPr>
        <p:spPr>
          <a:xfrm>
            <a:off x="381000" y="685800"/>
            <a:ext cx="6096000" cy="3429000"/>
          </a:xfrm>
        </p:spPr>
        <p:txBody>
          <a:bodyPr/>
          <a:lstStyle/>
          <a:p>
            <a:endParaRPr lang="en-US"/>
          </a:p>
        </p:txBody>
      </p:sp>
      <p:sp>
        <p:nvSpPr>
          <p:cNvPr id="3" name="Notes Placeholder 2">
            <a:extLst>
              <a:ext uri="{FF2B5EF4-FFF2-40B4-BE49-F238E27FC236}">
                <a16:creationId xmlns:a16="http://schemas.microsoft.com/office/drawing/2014/main" id="{5D2AB1A5-FD54-7F17-02F7-2E08A3942A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042396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cap="none" dirty="0">
                <a:solidFill>
                  <a:srgbClr val="000000"/>
                </a:solidFill>
                <a:effectLst/>
                <a:latin typeface="Arial"/>
                <a:ea typeface="Arial"/>
                <a:cs typeface="Arial"/>
              </a:rPr>
              <a:t>The Domain defines which Instances share Contexts, while the Session identifies which Instances are actually communicating.</a:t>
            </a:r>
          </a:p>
        </p:txBody>
      </p:sp>
    </p:spTree>
    <p:extLst>
      <p:ext uri="{BB962C8B-B14F-4D97-AF65-F5344CB8AC3E}">
        <p14:creationId xmlns:p14="http://schemas.microsoft.com/office/powerpoint/2010/main" val="880798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400" b="0" i="0" u="none" strike="noStrike" cap="none" dirty="0">
                <a:solidFill>
                  <a:srgbClr val="000000"/>
                </a:solidFill>
                <a:effectLst/>
                <a:latin typeface="Arial"/>
                <a:ea typeface="Arial"/>
                <a:cs typeface="Arial"/>
              </a:rPr>
              <a:t>A Datagram consists of a Rule Identifier (</a:t>
            </a:r>
            <a:r>
              <a:rPr lang="en-US" sz="1400" b="0" i="0" u="none" strike="noStrike" cap="none" dirty="0" err="1">
                <a:solidFill>
                  <a:srgbClr val="000000"/>
                </a:solidFill>
                <a:effectLst/>
                <a:latin typeface="Arial"/>
                <a:ea typeface="Arial"/>
                <a:cs typeface="Arial"/>
              </a:rPr>
              <a:t>RuleID</a:t>
            </a:r>
            <a:r>
              <a:rPr lang="en-US" sz="1400" b="0" i="0" u="none" strike="noStrike" cap="none" dirty="0">
                <a:solidFill>
                  <a:srgbClr val="000000"/>
                </a:solidFill>
                <a:effectLst/>
                <a:latin typeface="Arial"/>
                <a:ea typeface="Arial"/>
                <a:cs typeface="Arial"/>
              </a:rPr>
              <a:t>) and the result of the SCHC operation (if non-empty), such as a compression residue or a packet fragment.  It may be followed by a Payload.</a:t>
            </a:r>
          </a:p>
          <a:p>
            <a:r>
              <a:rPr lang="en-US" sz="1400" b="0" i="0" u="none" strike="noStrike" cap="none" dirty="0">
                <a:solidFill>
                  <a:srgbClr val="000000"/>
                </a:solidFill>
                <a:effectLst/>
                <a:latin typeface="Arial"/>
                <a:ea typeface="Arial"/>
                <a:cs typeface="Arial"/>
              </a:rPr>
              <a:t>In some deployments, it may be necessary to add information to the Datagram, for example so that it can be properly routed to the correct Instance.  This information may be carried in a Control Header.</a:t>
            </a:r>
          </a:p>
        </p:txBody>
      </p:sp>
    </p:spTree>
    <p:extLst>
      <p:ext uri="{BB962C8B-B14F-4D97-AF65-F5344CB8AC3E}">
        <p14:creationId xmlns:p14="http://schemas.microsoft.com/office/powerpoint/2010/main" val="41414323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type="title" userDrawn="1">
  <p:cSld name="TITLE">
    <p:bg>
      <p:bgPr>
        <a:solidFill>
          <a:srgbClr val="002D3C"/>
        </a:solidFill>
        <a:effectLst/>
      </p:bgPr>
    </p:bg>
    <p:spTree>
      <p:nvGrpSpPr>
        <p:cNvPr id="1" name=""/>
        <p:cNvGrpSpPr/>
        <p:nvPr/>
      </p:nvGrpSpPr>
      <p:grpSpPr bwMode="auto">
        <a:xfrm>
          <a:off x="0" y="0"/>
          <a:ext cx="0" cy="0"/>
          <a:chOff x="0" y="0"/>
          <a:chExt cx="0" cy="0"/>
        </a:xfrm>
      </p:grpSpPr>
      <p:sp>
        <p:nvSpPr>
          <p:cNvPr id="10" name="Google Shape;10;p2"/>
          <p:cNvSpPr txBox="1">
            <a:spLocks noGrp="1"/>
          </p:cNvSpPr>
          <p:nvPr>
            <p:ph type="title"/>
          </p:nvPr>
        </p:nvSpPr>
        <p:spPr bwMode="auto">
          <a:xfrm>
            <a:off x="754464" y="2104950"/>
            <a:ext cx="7635072" cy="933600"/>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4200"/>
              <a:buFont typeface="Open Sans"/>
              <a:buNone/>
              <a:defRPr sz="4200" b="0" i="0" u="none" strike="noStrike" cap="none">
                <a:solidFill>
                  <a:srgbClr val="FFFFFF"/>
                </a:solidFill>
                <a:latin typeface="Open Sans"/>
                <a:ea typeface="Open Sans"/>
                <a:cs typeface="Open Sans"/>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9pPr>
          </a:lstStyle>
          <a:p>
            <a:pPr>
              <a:defRPr/>
            </a:pPr>
            <a:endParaRPr/>
          </a:p>
        </p:txBody>
      </p:sp>
      <p:sp>
        <p:nvSpPr>
          <p:cNvPr id="11" name="Google Shape;11;p2"/>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
        <p:nvSpPr>
          <p:cNvPr id="12" name="Google Shape;12;p2"/>
          <p:cNvSpPr/>
          <p:nvPr/>
        </p:nvSpPr>
        <p:spPr bwMode="auto">
          <a:xfrm>
            <a:off x="-125" y="4147975"/>
            <a:ext cx="9144001" cy="995701"/>
          </a:xfrm>
          <a:prstGeom prst="rect">
            <a:avLst/>
          </a:prstGeom>
          <a:solidFill>
            <a:srgbClr val="FFFFFF"/>
          </a:soli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pic>
        <p:nvPicPr>
          <p:cNvPr id="13" name="Google Shape;13;p2" descr="Shape 14"/>
          <p:cNvPicPr/>
          <p:nvPr/>
        </p:nvPicPr>
        <p:blipFill>
          <a:blip r:embed="rId2">
            <a:alphaModFix/>
          </a:blip>
          <a:stretch/>
        </p:blipFill>
        <p:spPr bwMode="auto">
          <a:xfrm>
            <a:off x="7440438" y="4312261"/>
            <a:ext cx="1256176" cy="66712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SECTION_HEADER" type="secHead" userDrawn="1">
  <p:cSld name="SECTION_HEADER">
    <p:bg>
      <p:bgPr>
        <a:solidFill>
          <a:srgbClr val="002D3C"/>
        </a:solidFill>
        <a:effectLst/>
      </p:bgPr>
    </p:bg>
    <p:spTree>
      <p:nvGrpSpPr>
        <p:cNvPr id="1" name=""/>
        <p:cNvGrpSpPr/>
        <p:nvPr/>
      </p:nvGrpSpPr>
      <p:grpSpPr bwMode="auto">
        <a:xfrm>
          <a:off x="0" y="0"/>
          <a:ext cx="0" cy="0"/>
          <a:chOff x="0" y="0"/>
          <a:chExt cx="0" cy="0"/>
        </a:xfrm>
      </p:grpSpPr>
      <p:sp>
        <p:nvSpPr>
          <p:cNvPr id="21" name="Google Shape;21;p4"/>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ONE_COLUMN_TEXT" userDrawn="1">
  <p:cSld name="ONE_COLUMN_TEXT">
    <p:bg>
      <p:bgPr>
        <a:solidFill>
          <a:srgbClr val="002D3C"/>
        </a:solidFill>
        <a:effectLst/>
      </p:bgPr>
    </p:bg>
    <p:spTree>
      <p:nvGrpSpPr>
        <p:cNvPr id="1" name=""/>
        <p:cNvGrpSpPr/>
        <p:nvPr/>
      </p:nvGrpSpPr>
      <p:grpSpPr bwMode="auto">
        <a:xfrm>
          <a:off x="0" y="0"/>
          <a:ext cx="0" cy="0"/>
          <a:chOff x="0" y="0"/>
          <a:chExt cx="0" cy="0"/>
        </a:xfrm>
      </p:grpSpPr>
      <p:sp>
        <p:nvSpPr>
          <p:cNvPr id="34" name="Google Shape;34;p7"/>
          <p:cNvSpPr/>
          <p:nvPr/>
        </p:nvSpPr>
        <p:spPr bwMode="auto">
          <a:xfrm rot="10800000" flipH="1">
            <a:off x="3276600" y="24"/>
            <a:ext cx="5867399" cy="51435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35" name="Google Shape;35;p7"/>
          <p:cNvSpPr/>
          <p:nvPr/>
        </p:nvSpPr>
        <p:spPr bwMode="auto">
          <a:xfrm rot="-5400000">
            <a:off x="759149" y="2517449"/>
            <a:ext cx="5143501"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36" name="Google Shape;36;p7"/>
          <p:cNvSpPr txBox="1">
            <a:spLocks noGrp="1"/>
          </p:cNvSpPr>
          <p:nvPr>
            <p:ph type="title"/>
          </p:nvPr>
        </p:nvSpPr>
        <p:spPr bwMode="auto">
          <a:xfrm>
            <a:off x="226077" y="357800"/>
            <a:ext cx="2808001" cy="953401"/>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2400"/>
              <a:buFont typeface="Arial"/>
              <a:buNone/>
              <a:defRPr sz="2400" b="0" i="0" u="none" strike="noStrike" cap="none">
                <a:solidFill>
                  <a:srgbClr val="FFFFFF"/>
                </a:solidFill>
                <a:latin typeface="Arial"/>
                <a:ea typeface="Arial"/>
                <a:cs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9pPr>
          </a:lstStyle>
          <a:p>
            <a:pPr>
              <a:defRPr/>
            </a:pPr>
            <a:endParaRPr/>
          </a:p>
        </p:txBody>
      </p:sp>
      <p:sp>
        <p:nvSpPr>
          <p:cNvPr id="37" name="Google Shape;37;p7"/>
          <p:cNvSpPr txBox="1">
            <a:spLocks noGrp="1"/>
          </p:cNvSpPr>
          <p:nvPr>
            <p:ph type="body" idx="1"/>
          </p:nvPr>
        </p:nvSpPr>
        <p:spPr bwMode="auto">
          <a:xfrm>
            <a:off x="226075" y="1465799"/>
            <a:ext cx="2808000" cy="3163501"/>
          </a:xfrm>
          <a:prstGeom prst="rect">
            <a:avLst/>
          </a:prstGeom>
          <a:noFill/>
          <a:ln>
            <a:noFill/>
          </a:ln>
        </p:spPr>
        <p:txBody>
          <a:bodyPr spcFirstLastPara="1" wrap="square" lIns="91400" tIns="91400" rIns="91400" bIns="91400" anchor="t" anchorCtr="0">
            <a:noAutofit/>
          </a:bodyPr>
          <a:lstStyle>
            <a:lvl1pPr marL="457200" marR="0" lvl="0" indent="-304800" algn="l">
              <a:lnSpc>
                <a:spcPct val="114999"/>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defRPr>
            </a:lvl1pPr>
            <a:lvl2pPr marL="914400" marR="0" lvl="1" indent="-304800" algn="l">
              <a:lnSpc>
                <a:spcPct val="114999"/>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defRPr>
            </a:lvl2pPr>
            <a:lvl3pPr marL="1371600" marR="0" lvl="2" indent="-304800" algn="l">
              <a:lnSpc>
                <a:spcPct val="114999"/>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defRPr>
            </a:lvl3pPr>
            <a:lvl4pPr marL="1828800" marR="0" lvl="3" indent="-304800" algn="l">
              <a:lnSpc>
                <a:spcPct val="114999"/>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defRPr>
            </a:lvl4pPr>
            <a:lvl5pPr marL="2286000" marR="0" lvl="4" indent="-304800" algn="l">
              <a:lnSpc>
                <a:spcPct val="114999"/>
              </a:lnSpc>
              <a:spcBef>
                <a:spcPts val="0"/>
              </a:spcBef>
              <a:spcAft>
                <a:spcPts val="0"/>
              </a:spcAft>
              <a:buClr>
                <a:srgbClr val="FFFFFF"/>
              </a:buClr>
              <a:buSzPts val="1200"/>
              <a:buFont typeface="Montserrat"/>
              <a:buChar char="○"/>
              <a:defRPr sz="1200" b="0" i="0" u="none" strike="noStrike" cap="none">
                <a:solidFill>
                  <a:srgbClr val="FFFFFF"/>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a:defRPr/>
            </a:pPr>
            <a:endParaRPr/>
          </a:p>
        </p:txBody>
      </p:sp>
      <p:sp>
        <p:nvSpPr>
          <p:cNvPr id="38" name="Google Shape;38;p7"/>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SECTION_TITLE_AND_DESCRIPTION" userDrawn="1">
  <p:cSld name="SECTION_TITLE_AND_DESCRIPTION">
    <p:bg>
      <p:bgPr>
        <a:solidFill>
          <a:srgbClr val="002D3C"/>
        </a:solidFill>
        <a:effectLst/>
      </p:bgPr>
    </p:bg>
    <p:spTree>
      <p:nvGrpSpPr>
        <p:cNvPr id="1" name=""/>
        <p:cNvGrpSpPr/>
        <p:nvPr/>
      </p:nvGrpSpPr>
      <p:grpSpPr bwMode="auto">
        <a:xfrm>
          <a:off x="0" y="0"/>
          <a:ext cx="0" cy="0"/>
          <a:chOff x="0" y="0"/>
          <a:chExt cx="0" cy="0"/>
        </a:xfrm>
      </p:grpSpPr>
      <p:sp>
        <p:nvSpPr>
          <p:cNvPr id="43" name="Google Shape;43;p9"/>
          <p:cNvSpPr/>
          <p:nvPr/>
        </p:nvSpPr>
        <p:spPr bwMode="auto">
          <a:xfrm flipH="1">
            <a:off x="0" y="0"/>
            <a:ext cx="4572000" cy="5143500"/>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44" name="Google Shape;44;p9"/>
          <p:cNvSpPr/>
          <p:nvPr/>
        </p:nvSpPr>
        <p:spPr bwMode="auto">
          <a:xfrm rot="5400000">
            <a:off x="1946424" y="2517749"/>
            <a:ext cx="5142902" cy="1086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45" name="Google Shape;45;p9"/>
          <p:cNvSpPr txBox="1">
            <a:spLocks noGrp="1"/>
          </p:cNvSpPr>
          <p:nvPr>
            <p:ph type="title"/>
          </p:nvPr>
        </p:nvSpPr>
        <p:spPr bwMode="auto">
          <a:xfrm>
            <a:off x="265500" y="1233175"/>
            <a:ext cx="4045199" cy="1482301"/>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4200"/>
              <a:buFont typeface="Arial"/>
              <a:buNone/>
              <a:defRPr sz="4200" b="0" i="0" u="none" strike="noStrike" cap="none">
                <a:solidFill>
                  <a:srgbClr val="424242"/>
                </a:solidFill>
                <a:latin typeface="Arial"/>
                <a:ea typeface="Arial"/>
                <a:cs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9pPr>
          </a:lstStyle>
          <a:p>
            <a:pPr>
              <a:defRPr/>
            </a:pPr>
            <a:endParaRPr/>
          </a:p>
        </p:txBody>
      </p:sp>
      <p:sp>
        <p:nvSpPr>
          <p:cNvPr id="46" name="Google Shape;46;p9"/>
          <p:cNvSpPr txBox="1">
            <a:spLocks noGrp="1"/>
          </p:cNvSpPr>
          <p:nvPr>
            <p:ph type="body" idx="1"/>
          </p:nvPr>
        </p:nvSpPr>
        <p:spPr bwMode="auto">
          <a:xfrm>
            <a:off x="265500" y="2779466"/>
            <a:ext cx="4045199" cy="1235101"/>
          </a:xfrm>
          <a:prstGeom prst="rect">
            <a:avLst/>
          </a:prstGeom>
          <a:noFill/>
          <a:ln>
            <a:noFill/>
          </a:ln>
        </p:spPr>
        <p:txBody>
          <a:bodyPr spcFirstLastPara="1" wrap="square" lIns="91400" tIns="91400" rIns="91400" bIns="91400" anchor="t" anchorCtr="0">
            <a:noAutofit/>
          </a:bodyPr>
          <a:lstStyle>
            <a:lvl1pPr marL="457200" marR="0" lvl="0"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defRPr>
            </a:lvl1pPr>
            <a:lvl2pPr marL="914400" marR="0" lvl="1"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defRPr>
            </a:lvl2pPr>
            <a:lvl3pPr marL="1371600" marR="0" lvl="2"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defRPr>
            </a:lvl3pPr>
            <a:lvl4pPr marL="1828800" marR="0" lvl="3"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defRPr>
            </a:lvl4pPr>
            <a:lvl5pPr marL="2286000" marR="0" lvl="4" indent="-228600" algn="ctr">
              <a:lnSpc>
                <a:spcPct val="100000"/>
              </a:lnSpc>
              <a:spcBef>
                <a:spcPts val="0"/>
              </a:spcBef>
              <a:spcAft>
                <a:spcPts val="0"/>
              </a:spcAft>
              <a:buClr>
                <a:srgbClr val="737373"/>
              </a:buClr>
              <a:buSzPts val="2100"/>
              <a:buFont typeface="Montserrat"/>
              <a:buNone/>
              <a:defRPr sz="21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a:defRPr/>
            </a:pPr>
            <a:endParaRPr/>
          </a:p>
        </p:txBody>
      </p:sp>
      <p:sp>
        <p:nvSpPr>
          <p:cNvPr id="47" name="Google Shape;47;p9"/>
          <p:cNvSpPr txBox="1">
            <a:spLocks noGrp="1"/>
          </p:cNvSpPr>
          <p:nvPr>
            <p:ph type="body" idx="2"/>
          </p:nvPr>
        </p:nvSpPr>
        <p:spPr bwMode="auto">
          <a:xfrm>
            <a:off x="4939500" y="724199"/>
            <a:ext cx="3837000" cy="3695101"/>
          </a:xfrm>
          <a:prstGeom prst="rect">
            <a:avLst/>
          </a:prstGeom>
          <a:noFill/>
          <a:ln>
            <a:noFill/>
          </a:ln>
        </p:spPr>
        <p:txBody>
          <a:bodyPr spcFirstLastPara="1" wrap="square" lIns="91400" tIns="91400" rIns="91400" bIns="91400" anchor="ctr" anchorCtr="0">
            <a:noAutofit/>
          </a:bodyPr>
          <a:lstStyle>
            <a:lvl1pPr marL="457200" marR="0" lvl="0"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a:defRPr/>
            </a:pPr>
            <a:endParaRPr/>
          </a:p>
        </p:txBody>
      </p:sp>
      <p:sp>
        <p:nvSpPr>
          <p:cNvPr id="48" name="Google Shape;48;p9"/>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CAPTION_ONLY" userDrawn="1">
  <p:cSld name="CAPTION_ONLY">
    <p:bg>
      <p:bgPr>
        <a:solidFill>
          <a:srgbClr val="002D3C"/>
        </a:solidFill>
        <a:effectLst/>
      </p:bgPr>
    </p:bg>
    <p:spTree>
      <p:nvGrpSpPr>
        <p:cNvPr id="1" name=""/>
        <p:cNvGrpSpPr/>
        <p:nvPr/>
      </p:nvGrpSpPr>
      <p:grpSpPr bwMode="auto">
        <a:xfrm>
          <a:off x="0" y="0"/>
          <a:ext cx="0" cy="0"/>
          <a:chOff x="0" y="0"/>
          <a:chExt cx="0" cy="0"/>
        </a:xfrm>
      </p:grpSpPr>
      <p:sp>
        <p:nvSpPr>
          <p:cNvPr id="50" name="Google Shape;50;p10"/>
          <p:cNvSpPr/>
          <p:nvPr/>
        </p:nvSpPr>
        <p:spPr bwMode="auto">
          <a:xfrm rot="10800000" flipH="1">
            <a:off x="0" y="0"/>
            <a:ext cx="9144000" cy="4695901"/>
          </a:xfrm>
          <a:prstGeom prst="rect">
            <a:avLst/>
          </a:prstGeom>
          <a:solidFill>
            <a:schemeClr val="accent4"/>
          </a:soli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51" name="Google Shape;51;p10"/>
          <p:cNvSpPr/>
          <p:nvPr/>
        </p:nvSpPr>
        <p:spPr bwMode="auto">
          <a:xfrm rot="10800000" flipH="1">
            <a:off x="0" y="4622724"/>
            <a:ext cx="9144000" cy="74101"/>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45700" tIns="45700" rIns="45700" bIns="45700"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4285F4"/>
              </a:solidFill>
              <a:latin typeface="Arial"/>
              <a:ea typeface="Arial"/>
              <a:cs typeface="Arial"/>
            </a:endParaRPr>
          </a:p>
        </p:txBody>
      </p:sp>
      <p:sp>
        <p:nvSpPr>
          <p:cNvPr id="52" name="Google Shape;52;p10"/>
          <p:cNvSpPr txBox="1">
            <a:spLocks noGrp="1"/>
          </p:cNvSpPr>
          <p:nvPr>
            <p:ph type="body" idx="1"/>
          </p:nvPr>
        </p:nvSpPr>
        <p:spPr bwMode="auto">
          <a:xfrm>
            <a:off x="57150" y="4696824"/>
            <a:ext cx="8382000" cy="446701"/>
          </a:xfrm>
          <a:prstGeom prst="rect">
            <a:avLst/>
          </a:prstGeom>
          <a:noFill/>
          <a:ln>
            <a:noFill/>
          </a:ln>
        </p:spPr>
        <p:txBody>
          <a:bodyPr spcFirstLastPara="1" wrap="square" lIns="91400" tIns="91400" rIns="91400" bIns="91400" anchor="ctr" anchorCtr="0">
            <a:noAutofit/>
          </a:bodyPr>
          <a:lstStyle>
            <a:lvl1pPr marL="457200" marR="0" lvl="0" indent="-228600" algn="l">
              <a:lnSpc>
                <a:spcPct val="100000"/>
              </a:lnSpc>
              <a:spcBef>
                <a:spcPts val="0"/>
              </a:spcBef>
              <a:spcAft>
                <a:spcPts val="0"/>
              </a:spcAft>
              <a:buClr>
                <a:srgbClr val="FFFFFF"/>
              </a:buClr>
              <a:buSzPts val="1200"/>
              <a:buFont typeface="Montserrat"/>
              <a:buNone/>
              <a:defRPr sz="1200" b="0" i="0" u="none" strike="noStrike" cap="none">
                <a:solidFill>
                  <a:srgbClr val="FFFFFF"/>
                </a:solidFill>
                <a:latin typeface="Montserrat"/>
                <a:ea typeface="Montserrat"/>
                <a:cs typeface="Montserrat"/>
              </a:defRPr>
            </a:lvl1pPr>
          </a:lstStyle>
          <a:p>
            <a:pPr>
              <a:defRPr/>
            </a:pPr>
            <a:endParaRPr/>
          </a:p>
        </p:txBody>
      </p:sp>
      <p:sp>
        <p:nvSpPr>
          <p:cNvPr id="53" name="Google Shape;53;p10"/>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1pPr>
            <a:lvl2pPr marL="0" marR="0" lvl="1"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2pPr>
            <a:lvl3pPr marL="0" marR="0" lvl="2"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3pPr>
            <a:lvl4pPr marL="0" marR="0" lvl="3"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4pPr>
            <a:lvl5pPr marL="0" marR="0" lvl="4"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5pPr>
            <a:lvl6pPr marL="0" marR="0" lvl="5"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6pPr>
            <a:lvl7pPr marL="0" marR="0" lvl="6"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7pPr>
            <a:lvl8pPr marL="0" marR="0" lvl="7"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8pPr>
            <a:lvl9pPr marL="0" marR="0" lvl="8" indent="0" algn="r">
              <a:lnSpc>
                <a:spcPct val="100000"/>
              </a:lnSpc>
              <a:spcBef>
                <a:spcPts val="0"/>
              </a:spcBef>
              <a:spcAft>
                <a:spcPts val="0"/>
              </a:spcAft>
              <a:buClr>
                <a:srgbClr val="FFFFFF"/>
              </a:buClr>
              <a:buSzPts val="1000"/>
              <a:buFont typeface="Roboto"/>
              <a:buNone/>
              <a:defRPr sz="1000" b="0" i="0" u="none" strike="noStrike" cap="none">
                <a:solidFill>
                  <a:srgbClr val="FFFFFF"/>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BIG_NUMBER" userDrawn="1">
  <p:cSld name="BIG_NUMBER">
    <p:spTree>
      <p:nvGrpSpPr>
        <p:cNvPr id="1" name=""/>
        <p:cNvGrpSpPr/>
        <p:nvPr/>
      </p:nvGrpSpPr>
      <p:grpSpPr bwMode="auto">
        <a:xfrm>
          <a:off x="0" y="0"/>
          <a:ext cx="0" cy="0"/>
          <a:chOff x="0" y="0"/>
          <a:chExt cx="0" cy="0"/>
        </a:xfrm>
      </p:grpSpPr>
      <p:sp>
        <p:nvSpPr>
          <p:cNvPr id="55" name="Google Shape;55;p11"/>
          <p:cNvSpPr txBox="1">
            <a:spLocks noGrp="1"/>
          </p:cNvSpPr>
          <p:nvPr>
            <p:ph type="title"/>
          </p:nvPr>
        </p:nvSpPr>
        <p:spPr bwMode="auto">
          <a:xfrm>
            <a:off x="475499" y="1258525"/>
            <a:ext cx="8222101" cy="1963500"/>
          </a:xfrm>
          <a:prstGeom prst="rect">
            <a:avLst/>
          </a:prstGeom>
          <a:noFill/>
          <a:ln>
            <a:noFill/>
          </a:ln>
        </p:spPr>
        <p:txBody>
          <a:bodyPr spcFirstLastPara="1" wrap="square" lIns="91400" tIns="91400" rIns="91400" bIns="91400" anchor="b" anchorCtr="0">
            <a:noAutofit/>
          </a:bodyPr>
          <a:lstStyle>
            <a:lvl1pPr marR="0" lvl="0" algn="ctr">
              <a:lnSpc>
                <a:spcPct val="100000"/>
              </a:lnSpc>
              <a:spcBef>
                <a:spcPts val="0"/>
              </a:spcBef>
              <a:spcAft>
                <a:spcPts val="0"/>
              </a:spcAft>
              <a:buClr>
                <a:srgbClr val="424242"/>
              </a:buClr>
              <a:buSzPts val="12000"/>
              <a:buFont typeface="Arial"/>
              <a:buNone/>
              <a:defRPr sz="12000" b="0" i="0" u="none" strike="noStrike" cap="none">
                <a:solidFill>
                  <a:srgbClr val="424242"/>
                </a:solidFill>
                <a:latin typeface="Arial"/>
                <a:ea typeface="Arial"/>
                <a:cs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9pPr>
          </a:lstStyle>
          <a:p>
            <a:pPr>
              <a:defRPr/>
            </a:pPr>
            <a:endParaRPr/>
          </a:p>
        </p:txBody>
      </p:sp>
      <p:sp>
        <p:nvSpPr>
          <p:cNvPr id="56" name="Google Shape;56;p11"/>
          <p:cNvSpPr txBox="1">
            <a:spLocks noGrp="1"/>
          </p:cNvSpPr>
          <p:nvPr>
            <p:ph type="body" idx="1"/>
          </p:nvPr>
        </p:nvSpPr>
        <p:spPr bwMode="auto">
          <a:xfrm>
            <a:off x="475499" y="3304625"/>
            <a:ext cx="8222101" cy="1300800"/>
          </a:xfrm>
          <a:prstGeom prst="rect">
            <a:avLst/>
          </a:prstGeom>
          <a:noFill/>
          <a:ln>
            <a:noFill/>
          </a:ln>
        </p:spPr>
        <p:txBody>
          <a:bodyPr spcFirstLastPara="1" wrap="square" lIns="91400" tIns="91400" rIns="91400" bIns="91400" anchor="t" anchorCtr="0">
            <a:noAutofit/>
          </a:bodyPr>
          <a:lstStyle>
            <a:lvl1pPr marL="457200" marR="0" lvl="0" indent="-342900" algn="ctr">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ctr">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ctr">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ctr">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ctr">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a:defRPr/>
            </a:pPr>
            <a:endParaRPr/>
          </a:p>
        </p:txBody>
      </p:sp>
      <p:sp>
        <p:nvSpPr>
          <p:cNvPr id="57" name="Google Shape;57;p11"/>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BLANK" type="blank" userDrawn="1">
  <p:cSld name="BLANK">
    <p:spTree>
      <p:nvGrpSpPr>
        <p:cNvPr id="1" name=""/>
        <p:cNvGrpSpPr/>
        <p:nvPr/>
      </p:nvGrpSpPr>
      <p:grpSpPr bwMode="auto">
        <a:xfrm>
          <a:off x="0" y="0"/>
          <a:ext cx="0" cy="0"/>
          <a:chOff x="0" y="0"/>
          <a:chExt cx="0" cy="0"/>
        </a:xfrm>
      </p:grpSpPr>
      <p:sp>
        <p:nvSpPr>
          <p:cNvPr id="59" name="Google Shape;59;p12"/>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C2D06-8202-A9F4-1AFF-55F598DCF2F3}"/>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204DAC6-1A88-AC9B-B800-F94CB73ABDF5}"/>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20836C5D-26D9-86FA-D8CF-106B9552279C}"/>
              </a:ext>
            </a:extLst>
          </p:cNvPr>
          <p:cNvSpPr>
            <a:spLocks noGrp="1"/>
          </p:cNvSpPr>
          <p:nvPr>
            <p:ph type="dt" sz="half" idx="10"/>
          </p:nvPr>
        </p:nvSpPr>
        <p:spPr/>
        <p:txBody>
          <a:bodyPr/>
          <a:lstStyle/>
          <a:p>
            <a:fld id="{76E5FFDC-84F1-FF4E-A0CF-47A2DB84E9E5}" type="datetime1">
              <a:rPr lang="en-US" smtClean="0"/>
              <a:t>7/22/26</a:t>
            </a:fld>
            <a:endParaRPr lang="en-US"/>
          </a:p>
        </p:txBody>
      </p:sp>
      <p:sp>
        <p:nvSpPr>
          <p:cNvPr id="5" name="Footer Placeholder 4">
            <a:extLst>
              <a:ext uri="{FF2B5EF4-FFF2-40B4-BE49-F238E27FC236}">
                <a16:creationId xmlns:a16="http://schemas.microsoft.com/office/drawing/2014/main" id="{4ED57D50-8C03-7547-45B4-63FD257FB0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460803-E3F3-7DC1-0BF7-2626F4088823}"/>
              </a:ext>
            </a:extLst>
          </p:cNvPr>
          <p:cNvSpPr>
            <a:spLocks noGrp="1"/>
          </p:cNvSpPr>
          <p:nvPr>
            <p:ph type="sldNum" sz="quarter" idx="12"/>
          </p:nvPr>
        </p:nvSpPr>
        <p:spPr/>
        <p:txBody>
          <a:bodyPr/>
          <a:lstStyle/>
          <a:p>
            <a:fld id="{8178AA54-1752-8A4A-9F40-867B27BE0445}" type="slidenum">
              <a:rPr lang="en-US" smtClean="0"/>
              <a:t>‹#›</a:t>
            </a:fld>
            <a:endParaRPr lang="en-US"/>
          </a:p>
        </p:txBody>
      </p:sp>
    </p:spTree>
    <p:extLst>
      <p:ext uri="{BB962C8B-B14F-4D97-AF65-F5344CB8AC3E}">
        <p14:creationId xmlns:p14="http://schemas.microsoft.com/office/powerpoint/2010/main" val="1197791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Title only" userDrawn="1">
  <p:cSld name="TITLE_ONLY">
    <p:spTree>
      <p:nvGrpSpPr>
        <p:cNvPr id="1" name=""/>
        <p:cNvGrpSpPr/>
        <p:nvPr/>
      </p:nvGrpSpPr>
      <p:grpSpPr bwMode="auto">
        <a:xfrm>
          <a:off x="0" y="0"/>
          <a:ext cx="0" cy="0"/>
          <a:chOff x="0" y="0"/>
          <a:chExt cx="0" cy="0"/>
        </a:xfrm>
      </p:grpSpPr>
      <p:sp>
        <p:nvSpPr>
          <p:cNvPr id="65" name="Google Shape;65;p14"/>
          <p:cNvSpPr/>
          <p:nvPr/>
        </p:nvSpPr>
        <p:spPr bwMode="auto">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6" name="Google Shape;66;p14"/>
          <p:cNvSpPr/>
          <p:nvPr/>
        </p:nvSpPr>
        <p:spPr bwMode="auto">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7" name="Google Shape;67;p14"/>
          <p:cNvSpPr txBox="1">
            <a:spLocks noGrp="1"/>
          </p:cNvSpPr>
          <p:nvPr>
            <p:ph type="title"/>
          </p:nvPr>
        </p:nvSpPr>
        <p:spPr bwMode="auto">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9pPr>
          </a:lstStyle>
          <a:p>
            <a:pPr>
              <a:defRPr/>
            </a:pPr>
            <a:endParaRPr/>
          </a:p>
        </p:txBody>
      </p:sp>
      <p:sp>
        <p:nvSpPr>
          <p:cNvPr id="68" name="Google Shape;68;p14"/>
          <p:cNvSpPr txBox="1">
            <a:spLocks noGrp="1"/>
          </p:cNvSpPr>
          <p:nvPr>
            <p:ph type="sldNum" idx="12"/>
          </p:nvPr>
        </p:nvSpPr>
        <p:spPr bwMode="auto">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9pPr>
          </a:lstStyle>
          <a:p>
            <a:pPr marL="0" lvl="0" indent="0" algn="l">
              <a:spcBef>
                <a:spcPts val="0"/>
              </a:spcBef>
              <a:spcAft>
                <a:spcPts val="0"/>
              </a:spcAft>
              <a:buNone/>
              <a:defRPr/>
            </a:pPr>
            <a:fld id="{00000000-1234-1234-1234-123412341234}" type="slidenum">
              <a:rPr lang="en-US"/>
              <a:t>‹#›</a:t>
            </a:fld>
            <a:endParaRPr/>
          </a:p>
        </p:txBody>
      </p:sp>
      <p:pic>
        <p:nvPicPr>
          <p:cNvPr id="69" name="Google Shape;69;p14"/>
          <p:cNvPicPr/>
          <p:nvPr/>
        </p:nvPicPr>
        <p:blipFill>
          <a:blip r:embed="rId2">
            <a:alphaModFix/>
          </a:blip>
          <a:stretch/>
        </p:blipFill>
        <p:spPr bwMode="auto">
          <a:xfrm>
            <a:off x="7922625" y="4520234"/>
            <a:ext cx="830437" cy="474506"/>
          </a:xfrm>
          <a:prstGeom prst="rect">
            <a:avLst/>
          </a:prstGeom>
          <a:noFill/>
          <a:ln>
            <a:noFill/>
          </a:ln>
        </p:spPr>
      </p:pic>
      <p:pic>
        <p:nvPicPr>
          <p:cNvPr id="2" name="Picture 1">
            <a:extLst>
              <a:ext uri="{FF2B5EF4-FFF2-40B4-BE49-F238E27FC236}">
                <a16:creationId xmlns:a16="http://schemas.microsoft.com/office/drawing/2014/main" id="{EDCD05D0-8D60-3A47-E43F-E5EE88C961D4}"/>
              </a:ext>
            </a:extLst>
          </p:cNvPr>
          <p:cNvPicPr>
            <a:picLocks noChangeAspect="1"/>
          </p:cNvPicPr>
          <p:nvPr userDrawn="1"/>
        </p:nvPicPr>
        <p:blipFill rotWithShape="1">
          <a:blip r:embed="rId3"/>
          <a:srcRect l="9711" t="41600" r="22260" b="24843"/>
          <a:stretch/>
        </p:blipFill>
        <p:spPr>
          <a:xfrm>
            <a:off x="1019910" y="4682154"/>
            <a:ext cx="1047045" cy="280840"/>
          </a:xfrm>
          <a:prstGeom prst="rect">
            <a:avLst/>
          </a:prstGeom>
        </p:spPr>
      </p:pic>
      <p:sp>
        <p:nvSpPr>
          <p:cNvPr id="3" name="Espace réservé du contenu 5">
            <a:extLst>
              <a:ext uri="{FF2B5EF4-FFF2-40B4-BE49-F238E27FC236}">
                <a16:creationId xmlns:a16="http://schemas.microsoft.com/office/drawing/2014/main" id="{77069E18-A9A6-13C2-4F80-CFC5355D8A16}"/>
              </a:ext>
            </a:extLst>
          </p:cNvPr>
          <p:cNvSpPr>
            <a:spLocks noGrp="1"/>
          </p:cNvSpPr>
          <p:nvPr>
            <p:ph sz="quarter" idx="13"/>
          </p:nvPr>
        </p:nvSpPr>
        <p:spPr>
          <a:xfrm>
            <a:off x="729168" y="1090348"/>
            <a:ext cx="7512193" cy="344590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Title only" type="titleOnly" userDrawn="1">
  <p:cSld name="Title only">
    <p:spTree>
      <p:nvGrpSpPr>
        <p:cNvPr id="1" name=""/>
        <p:cNvGrpSpPr/>
        <p:nvPr/>
      </p:nvGrpSpPr>
      <p:grpSpPr bwMode="auto">
        <a:xfrm>
          <a:off x="0" y="0"/>
          <a:ext cx="0" cy="0"/>
          <a:chOff x="0" y="0"/>
          <a:chExt cx="0" cy="0"/>
        </a:xfrm>
      </p:grpSpPr>
      <p:sp>
        <p:nvSpPr>
          <p:cNvPr id="65" name="Google Shape;65;p14"/>
          <p:cNvSpPr/>
          <p:nvPr/>
        </p:nvSpPr>
        <p:spPr bwMode="auto">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6" name="Google Shape;66;p14"/>
          <p:cNvSpPr/>
          <p:nvPr/>
        </p:nvSpPr>
        <p:spPr bwMode="auto">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a:lnSpc>
                <a:spcPct val="100000"/>
              </a:lnSpc>
              <a:spcBef>
                <a:spcPts val="0"/>
              </a:spcBef>
              <a:spcAft>
                <a:spcPts val="0"/>
              </a:spcAft>
              <a:buClr>
                <a:srgbClr val="000000"/>
              </a:buClr>
              <a:buSzPts val="1400"/>
              <a:buFont typeface="Arial"/>
              <a:buNone/>
              <a:defRPr/>
            </a:pPr>
            <a:endParaRPr sz="1400" b="0" i="0" u="none" strike="noStrike" cap="none">
              <a:solidFill>
                <a:srgbClr val="000000"/>
              </a:solidFill>
              <a:latin typeface="Arial"/>
              <a:ea typeface="Arial"/>
              <a:cs typeface="Arial"/>
            </a:endParaRPr>
          </a:p>
        </p:txBody>
      </p:sp>
      <p:sp>
        <p:nvSpPr>
          <p:cNvPr id="67" name="Google Shape;67;p14"/>
          <p:cNvSpPr txBox="1">
            <a:spLocks noGrp="1"/>
          </p:cNvSpPr>
          <p:nvPr>
            <p:ph type="title"/>
          </p:nvPr>
        </p:nvSpPr>
        <p:spPr bwMode="auto">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defRPr>
            </a:lvl9pPr>
          </a:lstStyle>
          <a:p>
            <a:pPr>
              <a:defRPr/>
            </a:pPr>
            <a:endParaRPr/>
          </a:p>
        </p:txBody>
      </p:sp>
      <p:sp>
        <p:nvSpPr>
          <p:cNvPr id="68" name="Google Shape;68;p14"/>
          <p:cNvSpPr txBox="1">
            <a:spLocks noGrp="1"/>
          </p:cNvSpPr>
          <p:nvPr>
            <p:ph type="sldNum" idx="12"/>
          </p:nvPr>
        </p:nvSpPr>
        <p:spPr bwMode="auto">
          <a:xfrm>
            <a:off x="78789" y="4689588"/>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defRPr>
            </a:lvl9pPr>
          </a:lstStyle>
          <a:p>
            <a:pPr marL="0" lvl="0" indent="0" algn="l">
              <a:spcBef>
                <a:spcPts val="0"/>
              </a:spcBef>
              <a:spcAft>
                <a:spcPts val="0"/>
              </a:spcAft>
              <a:buNone/>
              <a:defRPr/>
            </a:pPr>
            <a:fld id="{00000000-1234-1234-1234-123412341234}" type="slidenum">
              <a:rPr lang="en-US"/>
              <a:t>‹#›</a:t>
            </a:fld>
            <a:endParaRPr/>
          </a:p>
        </p:txBody>
      </p:sp>
      <p:pic>
        <p:nvPicPr>
          <p:cNvPr id="69" name="Google Shape;69;p14"/>
          <p:cNvPicPr/>
          <p:nvPr/>
        </p:nvPicPr>
        <p:blipFill>
          <a:blip r:embed="rId2">
            <a:alphaModFix/>
          </a:blip>
          <a:stretch/>
        </p:blipFill>
        <p:spPr bwMode="auto">
          <a:xfrm>
            <a:off x="7922625" y="4520234"/>
            <a:ext cx="830437" cy="474506"/>
          </a:xfrm>
          <a:prstGeom prst="rect">
            <a:avLst/>
          </a:prstGeom>
          <a:noFill/>
          <a:ln>
            <a:noFill/>
          </a:ln>
        </p:spPr>
      </p:pic>
    </p:spTree>
    <p:extLst>
      <p:ext uri="{BB962C8B-B14F-4D97-AF65-F5344CB8AC3E}">
        <p14:creationId xmlns:p14="http://schemas.microsoft.com/office/powerpoint/2010/main" val="492255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userDrawn="1">
  <p:cSld name="1_Title only">
    <p:spTree>
      <p:nvGrpSpPr>
        <p:cNvPr id="1" name="Shape 38"/>
        <p:cNvGrpSpPr/>
        <p:nvPr/>
      </p:nvGrpSpPr>
      <p:grpSpPr>
        <a:xfrm>
          <a:off x="0" y="0"/>
          <a:ext cx="0" cy="0"/>
          <a:chOff x="0" y="0"/>
          <a:chExt cx="0" cy="0"/>
        </a:xfrm>
      </p:grpSpPr>
      <p:sp>
        <p:nvSpPr>
          <p:cNvPr id="39" name="Google Shape;39;p8"/>
          <p:cNvSpPr/>
          <p:nvPr/>
        </p:nvSpPr>
        <p:spPr>
          <a:xfrm rot="10800000" flipH="1">
            <a:off x="0" y="656300"/>
            <a:ext cx="9144000" cy="4478400"/>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Arial"/>
              <a:ea typeface="Arial"/>
              <a:cs typeface="Arial"/>
              <a:sym typeface="Arial"/>
            </a:endParaRPr>
          </a:p>
        </p:txBody>
      </p:sp>
      <p:sp>
        <p:nvSpPr>
          <p:cNvPr id="40" name="Google Shape;40;p8"/>
          <p:cNvSpPr/>
          <p:nvPr/>
        </p:nvSpPr>
        <p:spPr>
          <a:xfrm>
            <a:off x="0" y="656350"/>
            <a:ext cx="9144000" cy="108675"/>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8"/>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chemeClr val="lt1"/>
              </a:buClr>
              <a:buSzPts val="1800"/>
              <a:buFont typeface="Open Sans"/>
              <a:buNone/>
              <a:defRPr sz="2000" b="0"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2pPr>
            <a:lvl3pPr marR="0" lvl="2"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3pPr>
            <a:lvl4pPr marR="0" lvl="3"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4pPr>
            <a:lvl5pPr marR="0" lvl="4"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5pPr>
            <a:lvl6pPr marR="0" lvl="5"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6pPr>
            <a:lvl7pPr marR="0" lvl="6"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7pPr>
            <a:lvl8pPr marR="0" lvl="7"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8pPr>
            <a:lvl9pPr marR="0" lvl="8" algn="l">
              <a:lnSpc>
                <a:spcPct val="100000"/>
              </a:lnSpc>
              <a:spcBef>
                <a:spcPts val="0"/>
              </a:spcBef>
              <a:spcAft>
                <a:spcPts val="0"/>
              </a:spcAft>
              <a:buClr>
                <a:schemeClr val="lt1"/>
              </a:buClr>
              <a:buSzPts val="1800"/>
              <a:buFont typeface="Roboto"/>
              <a:buNone/>
              <a:defRPr sz="1800" b="0" i="0" u="none" strike="noStrike" cap="none">
                <a:solidFill>
                  <a:schemeClr val="lt1"/>
                </a:solidFill>
                <a:latin typeface="Roboto"/>
                <a:ea typeface="Roboto"/>
                <a:cs typeface="Roboto"/>
                <a:sym typeface="Roboto"/>
              </a:defRPr>
            </a:lvl9pPr>
          </a:lstStyle>
          <a:p>
            <a:endParaRPr/>
          </a:p>
        </p:txBody>
      </p:sp>
      <p:sp>
        <p:nvSpPr>
          <p:cNvPr id="42" name="Google Shape;42;p8"/>
          <p:cNvSpPr txBox="1">
            <a:spLocks noGrp="1"/>
          </p:cNvSpPr>
          <p:nvPr>
            <p:ph type="sldNum" idx="12"/>
          </p:nvPr>
        </p:nvSpPr>
        <p:spPr>
          <a:xfrm>
            <a:off x="8325540" y="4686962"/>
            <a:ext cx="548700" cy="393525"/>
          </a:xfrm>
          <a:prstGeom prst="rect">
            <a:avLst/>
          </a:prstGeom>
          <a:noFill/>
          <a:ln>
            <a:noFill/>
          </a:ln>
        </p:spPr>
        <p:txBody>
          <a:bodyPr spcFirstLastPara="1" wrap="square" lIns="91425" tIns="91425" rIns="91425" bIns="91425" anchor="ctr" anchorCtr="0">
            <a:noAutofit/>
          </a:bodyPr>
          <a:lstStyle>
            <a:lvl1pPr marL="0" marR="0" lvl="0"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US"/>
              <a:t>‹#›</a:t>
            </a:fld>
            <a:endParaRPr/>
          </a:p>
        </p:txBody>
      </p:sp>
      <p:pic>
        <p:nvPicPr>
          <p:cNvPr id="43" name="Google Shape;43;p8"/>
          <p:cNvPicPr preferRelativeResize="0"/>
          <p:nvPr/>
        </p:nvPicPr>
        <p:blipFill rotWithShape="1">
          <a:blip r:embed="rId2">
            <a:alphaModFix/>
          </a:blip>
          <a:srcRect/>
          <a:stretch/>
        </p:blipFill>
        <p:spPr>
          <a:xfrm>
            <a:off x="144889" y="4545857"/>
            <a:ext cx="830437" cy="474506"/>
          </a:xfrm>
          <a:prstGeom prst="rect">
            <a:avLst/>
          </a:prstGeom>
          <a:noFill/>
          <a:ln>
            <a:noFill/>
          </a:ln>
        </p:spPr>
      </p:pic>
      <p:pic>
        <p:nvPicPr>
          <p:cNvPr id="2" name="Picture 1">
            <a:extLst>
              <a:ext uri="{FF2B5EF4-FFF2-40B4-BE49-F238E27FC236}">
                <a16:creationId xmlns:a16="http://schemas.microsoft.com/office/drawing/2014/main" id="{3289BD5E-0FC5-116E-68B7-4F1D0C299BED}"/>
              </a:ext>
            </a:extLst>
          </p:cNvPr>
          <p:cNvPicPr>
            <a:picLocks noChangeAspect="1"/>
          </p:cNvPicPr>
          <p:nvPr userDrawn="1"/>
        </p:nvPicPr>
        <p:blipFill rotWithShape="1">
          <a:blip r:embed="rId3"/>
          <a:srcRect l="9711" t="41600" r="22260" b="24843"/>
          <a:stretch/>
        </p:blipFill>
        <p:spPr>
          <a:xfrm>
            <a:off x="1019910" y="4682154"/>
            <a:ext cx="1047045" cy="280840"/>
          </a:xfrm>
          <a:prstGeom prst="rect">
            <a:avLst/>
          </a:prstGeom>
        </p:spPr>
      </p:pic>
      <p:sp>
        <p:nvSpPr>
          <p:cNvPr id="3" name="ZoneTexte 2">
            <a:extLst>
              <a:ext uri="{FF2B5EF4-FFF2-40B4-BE49-F238E27FC236}">
                <a16:creationId xmlns:a16="http://schemas.microsoft.com/office/drawing/2014/main" id="{79B24718-5424-6F16-0460-6F65A05F21A4}"/>
              </a:ext>
            </a:extLst>
          </p:cNvPr>
          <p:cNvSpPr txBox="1"/>
          <p:nvPr userDrawn="1"/>
        </p:nvSpPr>
        <p:spPr>
          <a:xfrm>
            <a:off x="2893150" y="4686962"/>
            <a:ext cx="4042765" cy="307777"/>
          </a:xfrm>
          <a:prstGeom prst="rect">
            <a:avLst/>
          </a:prstGeom>
          <a:noFill/>
        </p:spPr>
        <p:txBody>
          <a:bodyPr wrap="square" rtlCol="0">
            <a:spAutoFit/>
          </a:bodyPr>
          <a:lstStyle/>
          <a:p>
            <a:pPr algn="ctr"/>
            <a:r>
              <a:rPr lang="fr-FR" dirty="0" err="1"/>
              <a:t>Side</a:t>
            </a:r>
            <a:r>
              <a:rPr lang="fr-FR" dirty="0"/>
              <a:t> meeting</a:t>
            </a:r>
          </a:p>
        </p:txBody>
      </p:sp>
      <p:sp>
        <p:nvSpPr>
          <p:cNvPr id="4" name="Google Shape;42;p8">
            <a:extLst>
              <a:ext uri="{FF2B5EF4-FFF2-40B4-BE49-F238E27FC236}">
                <a16:creationId xmlns:a16="http://schemas.microsoft.com/office/drawing/2014/main" id="{3C1CE3AF-6DF6-4CE9-D3E5-C494F676B327}"/>
              </a:ext>
            </a:extLst>
          </p:cNvPr>
          <p:cNvSpPr txBox="1">
            <a:spLocks/>
          </p:cNvSpPr>
          <p:nvPr userDrawn="1"/>
        </p:nvSpPr>
        <p:spPr>
          <a:xfrm>
            <a:off x="8325540" y="4686962"/>
            <a:ext cx="548700" cy="3935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1pPr>
            <a:lvl2pPr marL="0" marR="0" lvl="1"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2pPr>
            <a:lvl3pPr marL="0" marR="0" lvl="2"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3pPr>
            <a:lvl4pPr marL="0" marR="0" lvl="3"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4pPr>
            <a:lvl5pPr marL="0" marR="0" lvl="4"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5pPr>
            <a:lvl6pPr marL="0" marR="0" lvl="5"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6pPr>
            <a:lvl7pPr marL="0" marR="0" lvl="6"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7pPr>
            <a:lvl8pPr marL="0" marR="0" lvl="7"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8pPr>
            <a:lvl9pPr marL="0" marR="0" lvl="8" indent="0" algn="l" rtl="0">
              <a:lnSpc>
                <a:spcPct val="100000"/>
              </a:lnSpc>
              <a:spcBef>
                <a:spcPts val="0"/>
              </a:spcBef>
              <a:spcAft>
                <a:spcPts val="0"/>
              </a:spcAft>
              <a:buClr>
                <a:srgbClr val="000000"/>
              </a:buClr>
              <a:buSzPts val="1000"/>
              <a:buFont typeface="Arial"/>
              <a:buNone/>
              <a:defRPr sz="800" b="0" i="0" u="none" strike="noStrike" cap="none">
                <a:solidFill>
                  <a:schemeClr val="lt2"/>
                </a:solidFill>
                <a:latin typeface="Montserrat"/>
                <a:ea typeface="Montserrat"/>
                <a:cs typeface="Montserrat"/>
                <a:sym typeface="Montserrat"/>
              </a:defRPr>
            </a:lvl9pPr>
          </a:lstStyle>
          <a:p>
            <a:fld id="{00000000-1234-1234-1234-123412341234}" type="slidenum">
              <a:rPr lang="en-US" smtClean="0"/>
              <a:pPr/>
              <a:t>‹#›</a:t>
            </a:fld>
            <a:endParaRPr lang="en-US"/>
          </a:p>
        </p:txBody>
      </p:sp>
      <p:sp>
        <p:nvSpPr>
          <p:cNvPr id="6" name="Espace réservé du contenu 5">
            <a:extLst>
              <a:ext uri="{FF2B5EF4-FFF2-40B4-BE49-F238E27FC236}">
                <a16:creationId xmlns:a16="http://schemas.microsoft.com/office/drawing/2014/main" id="{8EB70376-CE0B-3961-F1CA-4BB284008DB9}"/>
              </a:ext>
            </a:extLst>
          </p:cNvPr>
          <p:cNvSpPr>
            <a:spLocks noGrp="1"/>
          </p:cNvSpPr>
          <p:nvPr>
            <p:ph sz="quarter" idx="13"/>
          </p:nvPr>
        </p:nvSpPr>
        <p:spPr>
          <a:xfrm>
            <a:off x="729168" y="1090348"/>
            <a:ext cx="7512193" cy="3445906"/>
          </a:xfrm>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Tree>
    <p:extLst>
      <p:ext uri="{BB962C8B-B14F-4D97-AF65-F5344CB8AC3E}">
        <p14:creationId xmlns:p14="http://schemas.microsoft.com/office/powerpoint/2010/main" val="3383151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bwMode="auto">
        <a:xfrm>
          <a:off x="0" y="0"/>
          <a:ext cx="0" cy="0"/>
          <a:chOff x="0" y="0"/>
          <a:chExt cx="0" cy="0"/>
        </a:xfrm>
      </p:grpSpPr>
      <p:sp>
        <p:nvSpPr>
          <p:cNvPr id="6" name="Google Shape;6;p1"/>
          <p:cNvSpPr txBox="1">
            <a:spLocks noGrp="1"/>
          </p:cNvSpPr>
          <p:nvPr>
            <p:ph type="sldNum" idx="12"/>
          </p:nvPr>
        </p:nvSpPr>
        <p:spPr bwMode="auto">
          <a:xfrm>
            <a:off x="8735428" y="4724798"/>
            <a:ext cx="336813" cy="335251"/>
          </a:xfrm>
          <a:prstGeom prst="rect">
            <a:avLst/>
          </a:prstGeom>
          <a:noFill/>
          <a:ln>
            <a:noFill/>
          </a:ln>
        </p:spPr>
        <p:txBody>
          <a:bodyPr spcFirstLastPara="1" wrap="square" lIns="91400" tIns="91400" rIns="91400" bIns="91400" anchor="ctr" anchorCtr="0">
            <a:noAutofit/>
          </a:bodyPr>
          <a:lstStyle>
            <a:lvl1pPr marL="0" marR="0" lvl="0"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1pPr>
            <a:lvl2pPr marL="0" marR="0" lvl="1"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2pPr>
            <a:lvl3pPr marL="0" marR="0" lvl="2"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3pPr>
            <a:lvl4pPr marL="0" marR="0" lvl="3"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4pPr>
            <a:lvl5pPr marL="0" marR="0" lvl="4"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5pPr>
            <a:lvl6pPr marL="0" marR="0" lvl="5"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6pPr>
            <a:lvl7pPr marL="0" marR="0" lvl="6"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7pPr>
            <a:lvl8pPr marL="0" marR="0" lvl="7"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8pPr>
            <a:lvl9pPr marL="0" marR="0" lvl="8" indent="0" algn="r">
              <a:lnSpc>
                <a:spcPct val="100000"/>
              </a:lnSpc>
              <a:spcBef>
                <a:spcPts val="0"/>
              </a:spcBef>
              <a:spcAft>
                <a:spcPts val="0"/>
              </a:spcAft>
              <a:buClr>
                <a:srgbClr val="737373"/>
              </a:buClr>
              <a:buSzPts val="1000"/>
              <a:buFont typeface="Roboto"/>
              <a:buNone/>
              <a:defRPr sz="1000" b="0" i="0" u="none" strike="noStrike" cap="none">
                <a:solidFill>
                  <a:srgbClr val="737373"/>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
        <p:nvSpPr>
          <p:cNvPr id="7" name="Google Shape;7;p1"/>
          <p:cNvSpPr txBox="1">
            <a:spLocks noGrp="1"/>
          </p:cNvSpPr>
          <p:nvPr>
            <p:ph type="title"/>
          </p:nvPr>
        </p:nvSpPr>
        <p:spPr bwMode="auto">
          <a:xfrm>
            <a:off x="457200" y="0"/>
            <a:ext cx="8229600" cy="1063229"/>
          </a:xfrm>
          <a:prstGeom prst="rect">
            <a:avLst/>
          </a:prstGeom>
          <a:noFill/>
          <a:ln>
            <a:noFill/>
          </a:ln>
        </p:spPr>
        <p:txBody>
          <a:bodyPr spcFirstLastPara="1" wrap="square" lIns="91400" tIns="91400" rIns="91400" bIns="91400" anchor="b" anchorCtr="0">
            <a:noAutofit/>
          </a:bodyPr>
          <a:lstStyle>
            <a:lvl1pPr marR="0" lvl="0"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1pPr>
            <a:lvl2pPr marR="0" lvl="1"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2pPr>
            <a:lvl3pPr marR="0" lvl="2"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3pPr>
            <a:lvl4pPr marR="0" lvl="3"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4pPr>
            <a:lvl5pPr marR="0" lvl="4"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5pPr>
            <a:lvl6pPr marR="0" lvl="5"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6pPr>
            <a:lvl7pPr marR="0" lvl="6"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7pPr>
            <a:lvl8pPr marR="0" lvl="7"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8pPr>
            <a:lvl9pPr marR="0" lvl="8" algn="l">
              <a:lnSpc>
                <a:spcPct val="100000"/>
              </a:lnSpc>
              <a:spcBef>
                <a:spcPts val="0"/>
              </a:spcBef>
              <a:spcAft>
                <a:spcPts val="0"/>
              </a:spcAft>
              <a:buClr>
                <a:srgbClr val="FFFFFF"/>
              </a:buClr>
              <a:buSzPts val="3200"/>
              <a:buFont typeface="Arial"/>
              <a:buNone/>
              <a:defRPr sz="3200" b="0" i="0" u="none" strike="noStrike" cap="none">
                <a:solidFill>
                  <a:srgbClr val="FFFFFF"/>
                </a:solidFill>
                <a:latin typeface="Arial"/>
                <a:ea typeface="Arial"/>
                <a:cs typeface="Arial"/>
              </a:defRPr>
            </a:lvl9pPr>
          </a:lstStyle>
          <a:p>
            <a:pPr>
              <a:defRPr/>
            </a:pPr>
            <a:endParaRPr/>
          </a:p>
        </p:txBody>
      </p:sp>
      <p:sp>
        <p:nvSpPr>
          <p:cNvPr id="8" name="Google Shape;8;p1"/>
          <p:cNvSpPr txBox="1">
            <a:spLocks noGrp="1"/>
          </p:cNvSpPr>
          <p:nvPr>
            <p:ph type="body" idx="1"/>
          </p:nvPr>
        </p:nvSpPr>
        <p:spPr bwMode="auto">
          <a:xfrm>
            <a:off x="457200" y="1200150"/>
            <a:ext cx="8229600" cy="3943350"/>
          </a:xfrm>
          <a:prstGeom prst="rect">
            <a:avLst/>
          </a:prstGeom>
          <a:noFill/>
          <a:ln>
            <a:noFill/>
          </a:ln>
        </p:spPr>
        <p:txBody>
          <a:bodyPr spcFirstLastPara="1" wrap="square" lIns="91400" tIns="91400" rIns="91400" bIns="91400" anchor="t" anchorCtr="0">
            <a:noAutofit/>
          </a:bodyPr>
          <a:lstStyle>
            <a:lvl1pPr marL="457200" marR="0" lvl="0"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a:defRPr/>
            </a:pP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5" r:id="rId4"/>
    <p:sldLayoutId id="2147483656" r:id="rId5"/>
    <p:sldLayoutId id="2147483657" r:id="rId6"/>
    <p:sldLayoutId id="2147483658" r:id="rId7"/>
    <p:sldLayoutId id="2147483661" r:id="rId8"/>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material">
    <p:bg>
      <p:bgPr>
        <a:solidFill>
          <a:srgbClr val="002D3C"/>
        </a:solidFill>
        <a:effectLst/>
      </p:bgPr>
    </p:bg>
    <p:spTree>
      <p:nvGrpSpPr>
        <p:cNvPr id="1" name=""/>
        <p:cNvGrpSpPr/>
        <p:nvPr/>
      </p:nvGrpSpPr>
      <p:grpSpPr bwMode="auto">
        <a:xfrm>
          <a:off x="0" y="0"/>
          <a:ext cx="0" cy="0"/>
          <a:chOff x="0" y="0"/>
          <a:chExt cx="0" cy="0"/>
        </a:xfrm>
      </p:grpSpPr>
      <p:sp>
        <p:nvSpPr>
          <p:cNvPr id="61" name="Google Shape;61;p13"/>
          <p:cNvSpPr txBox="1">
            <a:spLocks noGrp="1"/>
          </p:cNvSpPr>
          <p:nvPr>
            <p:ph type="title"/>
          </p:nvPr>
        </p:nvSpPr>
        <p:spPr bwMode="auto">
          <a:xfrm>
            <a:off x="471899" y="738724"/>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9pPr>
          </a:lstStyle>
          <a:p>
            <a:pPr>
              <a:defRPr/>
            </a:pPr>
            <a:endParaRPr/>
          </a:p>
        </p:txBody>
      </p:sp>
      <p:sp>
        <p:nvSpPr>
          <p:cNvPr id="62" name="Google Shape;62;p13"/>
          <p:cNvSpPr txBox="1">
            <a:spLocks noGrp="1"/>
          </p:cNvSpPr>
          <p:nvPr>
            <p:ph type="body" idx="1"/>
          </p:nvPr>
        </p:nvSpPr>
        <p:spPr bwMode="auto">
          <a:xfrm>
            <a:off x="471899"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4999"/>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defRPr>
            </a:lvl1pPr>
            <a:lvl2pPr marL="914400" marR="0" lvl="1"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2pPr>
            <a:lvl3pPr marL="1371600" marR="0" lvl="2"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3pPr>
            <a:lvl4pPr marL="1828800" marR="0" lvl="3"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4pPr>
            <a:lvl5pPr marL="2286000" marR="0" lvl="4"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5pPr>
            <a:lvl6pPr marL="2743200" marR="0" lvl="5"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6pPr>
            <a:lvl7pPr marL="3200400" marR="0" lvl="6"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7pPr>
            <a:lvl8pPr marL="3657600" marR="0" lvl="7"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8pPr>
            <a:lvl9pPr marL="4114800" marR="0" lvl="8" indent="-317500" algn="l">
              <a:lnSpc>
                <a:spcPct val="114999"/>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defRPr>
            </a:lvl9pPr>
          </a:lstStyle>
          <a:p>
            <a:pPr>
              <a:defRPr/>
            </a:pPr>
            <a:endParaRPr/>
          </a:p>
        </p:txBody>
      </p:sp>
      <p:sp>
        <p:nvSpPr>
          <p:cNvPr id="63" name="Google Shape;63;p13"/>
          <p:cNvSpPr txBox="1">
            <a:spLocks noGrp="1"/>
          </p:cNvSpPr>
          <p:nvPr>
            <p:ph type="sldNum" idx="12"/>
          </p:nvPr>
        </p:nvSpPr>
        <p:spPr bwMode="auto">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0" r:id="rId1"/>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2D3C"/>
        </a:solidFill>
        <a:effectLst/>
      </p:bgPr>
    </p:bg>
    <p:spTree>
      <p:nvGrpSpPr>
        <p:cNvPr id="1" name=""/>
        <p:cNvGrpSpPr/>
        <p:nvPr/>
      </p:nvGrpSpPr>
      <p:grpSpPr bwMode="auto">
        <a:xfrm>
          <a:off x="0" y="0"/>
          <a:ext cx="0" cy="0"/>
          <a:chOff x="0" y="0"/>
          <a:chExt cx="0" cy="0"/>
        </a:xfrm>
      </p:grpSpPr>
      <p:sp>
        <p:nvSpPr>
          <p:cNvPr id="61" name="Google Shape;61;p13"/>
          <p:cNvSpPr txBox="1">
            <a:spLocks noGrp="1"/>
          </p:cNvSpPr>
          <p:nvPr>
            <p:ph type="title"/>
          </p:nvPr>
        </p:nvSpPr>
        <p:spPr bwMode="auto">
          <a:xfrm>
            <a:off x="471899" y="738724"/>
            <a:ext cx="8222100" cy="76770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lt1"/>
              </a:buClr>
              <a:buSzPts val="3200"/>
              <a:buFont typeface="Arial"/>
              <a:buNone/>
              <a:defRPr sz="3200" b="0" i="0" u="none" strike="noStrike" cap="none">
                <a:solidFill>
                  <a:schemeClr val="lt1"/>
                </a:solidFill>
                <a:latin typeface="Arial"/>
                <a:ea typeface="Arial"/>
                <a:cs typeface="Arial"/>
              </a:defRPr>
            </a:lvl1pPr>
            <a:lvl2pPr marR="0" lvl="1"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2pPr>
            <a:lvl3pPr marR="0" lvl="2"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3pPr>
            <a:lvl4pPr marR="0" lvl="3"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4pPr>
            <a:lvl5pPr marR="0" lvl="4"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5pPr>
            <a:lvl6pPr marR="0" lvl="5"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6pPr>
            <a:lvl7pPr marR="0" lvl="6"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7pPr>
            <a:lvl8pPr marR="0" lvl="7"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8pPr>
            <a:lvl9pPr marR="0" lvl="8" algn="l">
              <a:lnSpc>
                <a:spcPct val="100000"/>
              </a:lnSpc>
              <a:spcBef>
                <a:spcPts val="0"/>
              </a:spcBef>
              <a:spcAft>
                <a:spcPts val="0"/>
              </a:spcAft>
              <a:buClr>
                <a:schemeClr val="lt1"/>
              </a:buClr>
              <a:buSzPts val="3200"/>
              <a:buFont typeface="Roboto"/>
              <a:buNone/>
              <a:defRPr sz="3200" b="0" i="0" u="none" strike="noStrike" cap="none">
                <a:solidFill>
                  <a:schemeClr val="lt1"/>
                </a:solidFill>
                <a:latin typeface="Roboto"/>
                <a:ea typeface="Roboto"/>
                <a:cs typeface="Roboto"/>
              </a:defRPr>
            </a:lvl9pPr>
          </a:lstStyle>
          <a:p>
            <a:pPr>
              <a:defRPr/>
            </a:pPr>
            <a:endParaRPr/>
          </a:p>
        </p:txBody>
      </p:sp>
      <p:sp>
        <p:nvSpPr>
          <p:cNvPr id="62" name="Google Shape;62;p13"/>
          <p:cNvSpPr txBox="1">
            <a:spLocks noGrp="1"/>
          </p:cNvSpPr>
          <p:nvPr>
            <p:ph type="body" idx="1"/>
          </p:nvPr>
        </p:nvSpPr>
        <p:spPr bwMode="auto">
          <a:xfrm>
            <a:off x="471899" y="1919075"/>
            <a:ext cx="8222100" cy="2710125"/>
          </a:xfrm>
          <a:prstGeom prst="rect">
            <a:avLst/>
          </a:prstGeom>
          <a:noFill/>
          <a:ln>
            <a:noFill/>
          </a:ln>
        </p:spPr>
        <p:txBody>
          <a:bodyPr spcFirstLastPara="1" wrap="square" lIns="91425" tIns="91425" rIns="91425" bIns="91425" anchor="t" anchorCtr="0">
            <a:noAutofit/>
          </a:bodyPr>
          <a:lstStyle>
            <a:lvl1pPr marL="457200" marR="0" lvl="0" indent="-342900" algn="l">
              <a:lnSpc>
                <a:spcPct val="114999"/>
              </a:lnSpc>
              <a:spcBef>
                <a:spcPts val="0"/>
              </a:spcBef>
              <a:spcAft>
                <a:spcPts val="0"/>
              </a:spcAft>
              <a:buClr>
                <a:schemeClr val="lt2"/>
              </a:buClr>
              <a:buSzPts val="1800"/>
              <a:buFont typeface="Montserrat"/>
              <a:buChar char="●"/>
              <a:defRPr sz="1800" b="0" i="0" u="none" strike="noStrike" cap="none">
                <a:solidFill>
                  <a:schemeClr val="lt2"/>
                </a:solidFill>
                <a:latin typeface="Montserrat"/>
                <a:ea typeface="Montserrat"/>
                <a:cs typeface="Montserrat"/>
              </a:defRPr>
            </a:lvl1pPr>
            <a:lvl2pPr marL="914400" marR="0" lvl="1"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2pPr>
            <a:lvl3pPr marL="1371600" marR="0" lvl="2"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3pPr>
            <a:lvl4pPr marL="1828800" marR="0" lvl="3"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4pPr>
            <a:lvl5pPr marL="2286000" marR="0" lvl="4"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5pPr>
            <a:lvl6pPr marL="2743200" marR="0" lvl="5"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6pPr>
            <a:lvl7pPr marL="3200400" marR="0" lvl="6"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7pPr>
            <a:lvl8pPr marL="3657600" marR="0" lvl="7" indent="-317500" algn="l">
              <a:lnSpc>
                <a:spcPct val="114999"/>
              </a:lnSpc>
              <a:spcBef>
                <a:spcPts val="1600"/>
              </a:spcBef>
              <a:spcAft>
                <a:spcPts val="0"/>
              </a:spcAft>
              <a:buClr>
                <a:schemeClr val="lt2"/>
              </a:buClr>
              <a:buSzPts val="1400"/>
              <a:buFont typeface="Montserrat"/>
              <a:buChar char="○"/>
              <a:defRPr sz="1400" b="0" i="0" u="none" strike="noStrike" cap="none">
                <a:solidFill>
                  <a:schemeClr val="lt2"/>
                </a:solidFill>
                <a:latin typeface="Montserrat"/>
                <a:ea typeface="Montserrat"/>
                <a:cs typeface="Montserrat"/>
              </a:defRPr>
            </a:lvl8pPr>
            <a:lvl9pPr marL="4114800" marR="0" lvl="8" indent="-317500" algn="l">
              <a:lnSpc>
                <a:spcPct val="114999"/>
              </a:lnSpc>
              <a:spcBef>
                <a:spcPts val="1600"/>
              </a:spcBef>
              <a:spcAft>
                <a:spcPts val="1600"/>
              </a:spcAft>
              <a:buClr>
                <a:schemeClr val="lt2"/>
              </a:buClr>
              <a:buSzPts val="1400"/>
              <a:buFont typeface="Montserrat"/>
              <a:buChar char="■"/>
              <a:defRPr sz="1400" b="0" i="0" u="none" strike="noStrike" cap="none">
                <a:solidFill>
                  <a:schemeClr val="lt2"/>
                </a:solidFill>
                <a:latin typeface="Montserrat"/>
                <a:ea typeface="Montserrat"/>
                <a:cs typeface="Montserrat"/>
              </a:defRPr>
            </a:lvl9pPr>
          </a:lstStyle>
          <a:p>
            <a:pPr>
              <a:defRPr/>
            </a:pPr>
            <a:endParaRPr/>
          </a:p>
        </p:txBody>
      </p:sp>
      <p:sp>
        <p:nvSpPr>
          <p:cNvPr id="63" name="Google Shape;63;p13"/>
          <p:cNvSpPr txBox="1">
            <a:spLocks noGrp="1"/>
          </p:cNvSpPr>
          <p:nvPr>
            <p:ph type="sldNum" idx="12"/>
          </p:nvPr>
        </p:nvSpPr>
        <p:spPr bwMode="auto">
          <a:xfrm>
            <a:off x="8523541" y="4695623"/>
            <a:ext cx="548700" cy="393525"/>
          </a:xfrm>
          <a:prstGeom prst="rect">
            <a:avLst/>
          </a:prstGeom>
          <a:noFill/>
          <a:ln>
            <a:noFill/>
          </a:ln>
        </p:spPr>
        <p:txBody>
          <a:bodyPr spcFirstLastPara="1" wrap="square" lIns="91425" tIns="91425" rIns="91425" bIns="91425"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2"/>
                </a:solidFill>
                <a:latin typeface="Roboto"/>
                <a:ea typeface="Roboto"/>
                <a:cs typeface="Roboto"/>
              </a:defRPr>
            </a:lvl9pPr>
          </a:lstStyle>
          <a:p>
            <a:pPr marL="0" lvl="0" indent="0" algn="r">
              <a:spcBef>
                <a:spcPts val="0"/>
              </a:spcBef>
              <a:spcAft>
                <a:spcPts val="0"/>
              </a:spcAft>
              <a:buNone/>
              <a:defRPr/>
            </a:pPr>
            <a:fld id="{00000000-1234-1234-1234-123412341234}" type="slidenum">
              <a:rPr lang="en-US"/>
              <a:t>‹#›</a:t>
            </a:fld>
            <a:endParaRPr/>
          </a:p>
        </p:txBody>
      </p:sp>
    </p:spTree>
    <p:extLst>
      <p:ext uri="{BB962C8B-B14F-4D97-AF65-F5344CB8AC3E}">
        <p14:creationId xmlns:p14="http://schemas.microsoft.com/office/powerpoint/2010/main" val="969204669"/>
      </p:ext>
    </p:extLst>
  </p:cSld>
  <p:clrMap bg1="lt1" tx1="dk1" bg2="dk2" tx2="lt2" accent1="accent1" accent2="accent2" accent3="accent3" accent4="accent4" accent5="accent5" accent6="accent6" hlink="hlink" folHlink="folHlink"/>
  <p:sldLayoutIdLst>
    <p:sldLayoutId id="2147483663" r:id="rId1"/>
    <p:sldLayoutId id="2147483664" r:id="rId2"/>
  </p:sldLayoutIdLst>
  <p:hf sldNum="0" hdr="0" ftr="0" dt="0"/>
  <p:txStyles>
    <p:title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titleStyle>
    <p:body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bodyStyle>
    <p:otherStyle>
      <a:defPPr marR="0" lvl="0" algn="l">
        <a:lnSpc>
          <a:spcPct val="100000"/>
        </a:lnSpc>
        <a:spcBef>
          <a:spcPts val="0"/>
        </a:spcBef>
        <a:spcAft>
          <a:spcPts val="0"/>
        </a:spcAft>
      </a:defPPr>
      <a:lvl1pPr marR="0" lvl="0"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1pPr>
      <a:lvl2pPr marR="0" lvl="1"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2pPr>
      <a:lvl3pPr marR="0" lvl="2"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3pPr>
      <a:lvl4pPr marR="0" lvl="3"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4pPr>
      <a:lvl5pPr marR="0" lvl="4"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5pPr>
      <a:lvl6pPr marR="0" lvl="5"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6pPr>
      <a:lvl7pPr marR="0" lvl="6"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7pPr>
      <a:lvl8pPr marR="0" lvl="7"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8pPr>
      <a:lvl9pPr marR="0" lvl="8" algn="l">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hyperlink" Target="https://datatracker.ietf.org/doc/rfc9011/" TargetMode="External"/><Relationship Id="rId13" Type="http://schemas.openxmlformats.org/officeDocument/2006/relationships/hyperlink" Target="https://datatracker.ietf.org/doc/rfc9441/" TargetMode="External"/><Relationship Id="rId18" Type="http://schemas.openxmlformats.org/officeDocument/2006/relationships/hyperlink" Target="https://datatracker.ietf.org/doc/draft-westerlund-schc-compute-address/" TargetMode="External"/><Relationship Id="rId3" Type="http://schemas.openxmlformats.org/officeDocument/2006/relationships/hyperlink" Target="https://datatracker.ietf.org/doc/draft-ietf-schc-8824-update/" TargetMode="External"/><Relationship Id="rId21" Type="http://schemas.openxmlformats.org/officeDocument/2006/relationships/hyperlink" Target="https://datatracker.ietf.org/doc/draft-ietf-schc-over-ppp/" TargetMode="External"/><Relationship Id="rId7" Type="http://schemas.openxmlformats.org/officeDocument/2006/relationships/hyperlink" Target="https://datatracker.ietf.org/doc/rfc8724/" TargetMode="External"/><Relationship Id="rId12" Type="http://schemas.openxmlformats.org/officeDocument/2006/relationships/hyperlink" Target="https://datatracker.ietf.org/doc/rfc9442/" TargetMode="External"/><Relationship Id="rId17" Type="http://schemas.openxmlformats.org/officeDocument/2006/relationships/hyperlink" Target="https://datatracker.ietf.org/doc/draft-sirohi-schc-quic-frame-compression/" TargetMode="External"/><Relationship Id="rId2" Type="http://schemas.openxmlformats.org/officeDocument/2006/relationships/hyperlink" Target="https://datatracker.ietf.org/doc/draft-ietf-schc-architecture/" TargetMode="External"/><Relationship Id="rId16" Type="http://schemas.openxmlformats.org/officeDocument/2006/relationships/hyperlink" Target="https://datatracker.ietf.org/doc/draft-lampin-voici/" TargetMode="External"/><Relationship Id="rId20" Type="http://schemas.openxmlformats.org/officeDocument/2006/relationships/hyperlink" Target="https://datatracker.ietf.org/doc/draft-ietf-ipsecme-diet-esp/" TargetMode="External"/><Relationship Id="rId1" Type="http://schemas.openxmlformats.org/officeDocument/2006/relationships/slideLayout" Target="../slideLayouts/slideLayout9.xml"/><Relationship Id="rId6" Type="http://schemas.openxmlformats.org/officeDocument/2006/relationships/hyperlink" Target="https://datatracker.ietf.org/doc/draft-ietf-schc-over-networks-prone-to-disruptions/" TargetMode="External"/><Relationship Id="rId11" Type="http://schemas.openxmlformats.org/officeDocument/2006/relationships/hyperlink" Target="https://datatracker.ietf.org/doc/rfc9391/" TargetMode="External"/><Relationship Id="rId5" Type="http://schemas.openxmlformats.org/officeDocument/2006/relationships/hyperlink" Target="https://datatracker.ietf.org/doc/draft-ietf-schc-schclet/" TargetMode="External"/><Relationship Id="rId15" Type="http://schemas.openxmlformats.org/officeDocument/2006/relationships/hyperlink" Target="https://datatracker.ietf.org/doc/draft-pelov-schc-header-format/" TargetMode="External"/><Relationship Id="rId23" Type="http://schemas.openxmlformats.org/officeDocument/2006/relationships/hyperlink" Target="https://datatracker.ietf.org/doc/draft-ietf-schc-universal-option/" TargetMode="External"/><Relationship Id="rId10" Type="http://schemas.openxmlformats.org/officeDocument/2006/relationships/hyperlink" Target="https://datatracker.ietf.org/doc/rfc9363/" TargetMode="External"/><Relationship Id="rId19" Type="http://schemas.openxmlformats.org/officeDocument/2006/relationships/hyperlink" Target="https://datatracker.ietf.org/doc/draft-corneo-schc-ctx-mgmt/" TargetMode="External"/><Relationship Id="rId4" Type="http://schemas.openxmlformats.org/officeDocument/2006/relationships/hyperlink" Target="https://datatracker.ietf.org/doc/draft-corneo-schc-compress-payload/" TargetMode="External"/><Relationship Id="rId9" Type="http://schemas.openxmlformats.org/officeDocument/2006/relationships/hyperlink" Target="https://datatracker.ietf.org/doc/rfc8824/" TargetMode="External"/><Relationship Id="rId14" Type="http://schemas.openxmlformats.org/officeDocument/2006/relationships/hyperlink" Target="https://datatracker.ietf.org/doc/draft-ietf-schc-protocol-numbers/" TargetMode="External"/><Relationship Id="rId22" Type="http://schemas.openxmlformats.org/officeDocument/2006/relationships/hyperlink" Target="https://datatracker.ietf.org/doc/draft-ietf-schc-icmpv6-compression/" TargetMode="External"/></Relationships>
</file>

<file path=ppt/slides/_rels/slide6.xml.rels><?xml version="1.0" encoding="UTF-8" standalone="yes"?>
<Relationships xmlns="http://schemas.openxmlformats.org/package/2006/relationships"><Relationship Id="rId2" Type="http://schemas.openxmlformats.org/officeDocument/2006/relationships/hyperlink" Target="https://github.com/lp-wan/archi/tree/main/archi-06-document-analysis" TargetMode="Externa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hyperlink" Target="https://datatracker.ietf.org/doc/draft-lampin-voici/" TargetMode="Externa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hyperlink" Target="https://datatracker.ietf.org/doc/draft-pelov-schc-header-format/" TargetMode="Externa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45894D-7C56-D10A-C075-3B304B51C7A4}"/>
              </a:ext>
            </a:extLst>
          </p:cNvPr>
          <p:cNvSpPr>
            <a:spLocks noGrp="1"/>
          </p:cNvSpPr>
          <p:nvPr>
            <p:ph type="title"/>
          </p:nvPr>
        </p:nvSpPr>
        <p:spPr>
          <a:xfrm>
            <a:off x="408601" y="1105456"/>
            <a:ext cx="8640641" cy="933600"/>
          </a:xfrm>
        </p:spPr>
        <p:txBody>
          <a:bodyPr/>
          <a:lstStyle/>
          <a:p>
            <a:r>
              <a:rPr lang="en-US" dirty="0"/>
              <a:t>SCHC Architecture Discussion</a:t>
            </a:r>
          </a:p>
        </p:txBody>
      </p:sp>
      <p:sp>
        <p:nvSpPr>
          <p:cNvPr id="3" name="Subtitle 2">
            <a:extLst>
              <a:ext uri="{FF2B5EF4-FFF2-40B4-BE49-F238E27FC236}">
                <a16:creationId xmlns:a16="http://schemas.microsoft.com/office/drawing/2014/main" id="{674E3AA6-21F7-49BD-C781-417120024324}"/>
              </a:ext>
            </a:extLst>
          </p:cNvPr>
          <p:cNvSpPr>
            <a:spLocks noGrp="1"/>
          </p:cNvSpPr>
          <p:nvPr>
            <p:ph type="subTitle" idx="4294967295"/>
          </p:nvPr>
        </p:nvSpPr>
        <p:spPr>
          <a:xfrm>
            <a:off x="510790" y="1951037"/>
            <a:ext cx="6858000" cy="1241425"/>
          </a:xfrm>
        </p:spPr>
        <p:txBody>
          <a:bodyPr/>
          <a:lstStyle/>
          <a:p>
            <a:pPr marL="114300" indent="0">
              <a:buNone/>
            </a:pPr>
            <a:r>
              <a:rPr lang="en-US" dirty="0">
                <a:solidFill>
                  <a:schemeClr val="bg2"/>
                </a:solidFill>
              </a:rPr>
              <a:t>Side meeting</a:t>
            </a:r>
          </a:p>
        </p:txBody>
      </p:sp>
      <p:sp>
        <p:nvSpPr>
          <p:cNvPr id="5" name="Google Shape;125;p24">
            <a:extLst>
              <a:ext uri="{FF2B5EF4-FFF2-40B4-BE49-F238E27FC236}">
                <a16:creationId xmlns:a16="http://schemas.microsoft.com/office/drawing/2014/main" id="{76682CDD-33B5-DA4C-747F-FB4B95024179}"/>
              </a:ext>
            </a:extLst>
          </p:cNvPr>
          <p:cNvSpPr txBox="1"/>
          <p:nvPr/>
        </p:nvSpPr>
        <p:spPr bwMode="auto">
          <a:xfrm>
            <a:off x="272627" y="224178"/>
            <a:ext cx="4986900" cy="522900"/>
          </a:xfrm>
          <a:prstGeom prst="rect">
            <a:avLst/>
          </a:prstGeom>
          <a:noFill/>
          <a:ln>
            <a:noFill/>
          </a:ln>
        </p:spPr>
        <p:txBody>
          <a:bodyPr spcFirstLastPara="1" wrap="square" lIns="91400" tIns="91400" rIns="91400" bIns="91400" anchor="t" anchorCtr="0">
            <a:noAutofit/>
          </a:bodyPr>
          <a:lstStyle/>
          <a:p>
            <a:pPr>
              <a:buClr>
                <a:srgbClr val="FFFFFF"/>
              </a:buClr>
              <a:buSzPts val="2400"/>
              <a:defRPr/>
            </a:pPr>
            <a:r>
              <a:rPr lang="en-US" sz="2100" dirty="0">
                <a:solidFill>
                  <a:srgbClr val="FFFFFF"/>
                </a:solidFill>
                <a:latin typeface="Montserrat"/>
                <a:ea typeface="Montserrat"/>
                <a:cs typeface="Montserrat"/>
              </a:rPr>
              <a:t>July 23</a:t>
            </a:r>
            <a:r>
              <a:rPr lang="en-US" sz="2100" baseline="30000" dirty="0">
                <a:solidFill>
                  <a:srgbClr val="FFFFFF"/>
                </a:solidFill>
                <a:latin typeface="Montserrat"/>
                <a:ea typeface="Montserrat"/>
                <a:cs typeface="Montserrat"/>
              </a:rPr>
              <a:t>rd</a:t>
            </a:r>
            <a:r>
              <a:rPr lang="en-US" sz="2100" dirty="0">
                <a:solidFill>
                  <a:srgbClr val="FFFFFF"/>
                </a:solidFill>
                <a:latin typeface="Montserrat"/>
                <a:ea typeface="Montserrat"/>
                <a:cs typeface="Montserrat"/>
              </a:rPr>
              <a:t>, </a:t>
            </a:r>
            <a:r>
              <a:rPr lang="en-US" sz="2100" b="0" i="0" u="none" strike="noStrike" cap="none" spc="0" dirty="0">
                <a:ln>
                  <a:noFill/>
                </a:ln>
                <a:solidFill>
                  <a:srgbClr val="FFFFFF"/>
                </a:solidFill>
                <a:latin typeface="Montserrat"/>
                <a:ea typeface="Montserrat"/>
                <a:cs typeface="Montserrat"/>
              </a:rPr>
              <a:t>2026</a:t>
            </a:r>
            <a:endParaRPr sz="1100" b="0" i="0" u="none" strike="noStrike" cap="none" spc="0" dirty="0">
              <a:ln>
                <a:noFill/>
              </a:ln>
              <a:solidFill>
                <a:srgbClr val="000000"/>
              </a:solidFill>
              <a:latin typeface="Arial"/>
              <a:cs typeface="Arial"/>
            </a:endParaRPr>
          </a:p>
        </p:txBody>
      </p:sp>
      <p:sp>
        <p:nvSpPr>
          <p:cNvPr id="7" name="Google Shape;126;p24">
            <a:extLst>
              <a:ext uri="{FF2B5EF4-FFF2-40B4-BE49-F238E27FC236}">
                <a16:creationId xmlns:a16="http://schemas.microsoft.com/office/drawing/2014/main" id="{CAA45D07-33C2-30D9-EA13-BAEB932D5190}"/>
              </a:ext>
            </a:extLst>
          </p:cNvPr>
          <p:cNvSpPr txBox="1"/>
          <p:nvPr/>
        </p:nvSpPr>
        <p:spPr bwMode="auto">
          <a:xfrm>
            <a:off x="294650" y="4322350"/>
            <a:ext cx="3783600" cy="441300"/>
          </a:xfrm>
          <a:prstGeom prst="rect">
            <a:avLst/>
          </a:prstGeom>
          <a:noFill/>
          <a:ln>
            <a:noFill/>
          </a:ln>
        </p:spPr>
        <p:txBody>
          <a:bodyPr spcFirstLastPara="1" wrap="square" lIns="91425" tIns="91425" rIns="91425" bIns="91425" anchor="t" anchorCtr="0">
            <a:noAutofit/>
          </a:bodyPr>
          <a:lstStyle/>
          <a:p>
            <a:pPr marL="0" marR="0" lvl="0" indent="0" algn="l" defTabSz="914400">
              <a:lnSpc>
                <a:spcPct val="100000"/>
              </a:lnSpc>
              <a:spcBef>
                <a:spcPts val="0"/>
              </a:spcBef>
              <a:spcAft>
                <a:spcPts val="0"/>
              </a:spcAft>
              <a:buClr>
                <a:srgbClr val="000000"/>
              </a:buClr>
              <a:buSzTx/>
              <a:buFont typeface="Arial"/>
              <a:buNone/>
              <a:defRPr/>
            </a:pPr>
            <a:r>
              <a:rPr lang="en-US" sz="1200" b="0" i="0" u="none" strike="noStrike" cap="none" spc="0" dirty="0">
                <a:ln>
                  <a:noFill/>
                </a:ln>
                <a:solidFill>
                  <a:srgbClr val="000000"/>
                </a:solidFill>
                <a:latin typeface="Montserrat"/>
                <a:ea typeface="Montserrat"/>
                <a:cs typeface="Montserrat"/>
              </a:rPr>
              <a:t>IETF 126, Vienna</a:t>
            </a:r>
            <a:endParaRPr sz="1200" b="0" i="0" u="none" strike="noStrike" cap="none" spc="0" dirty="0">
              <a:ln>
                <a:noFill/>
              </a:ln>
              <a:solidFill>
                <a:srgbClr val="000000"/>
              </a:solidFill>
              <a:latin typeface="Montserrat"/>
              <a:ea typeface="Montserrat"/>
              <a:cs typeface="Montserrat"/>
            </a:endParaRPr>
          </a:p>
        </p:txBody>
      </p:sp>
      <p:pic>
        <p:nvPicPr>
          <p:cNvPr id="8" name="Picture 7">
            <a:extLst>
              <a:ext uri="{FF2B5EF4-FFF2-40B4-BE49-F238E27FC236}">
                <a16:creationId xmlns:a16="http://schemas.microsoft.com/office/drawing/2014/main" id="{71FD89C0-F399-6C70-46B6-A8CD13806D3C}"/>
              </a:ext>
            </a:extLst>
          </p:cNvPr>
          <p:cNvPicPr>
            <a:picLocks noChangeAspect="1"/>
          </p:cNvPicPr>
          <p:nvPr/>
        </p:nvPicPr>
        <p:blipFill>
          <a:blip r:embed="rId2"/>
          <a:srcRect l="9711" t="41600" r="22260" b="24843"/>
          <a:stretch/>
        </p:blipFill>
        <p:spPr bwMode="auto">
          <a:xfrm>
            <a:off x="3297973" y="4263911"/>
            <a:ext cx="2861896" cy="767621"/>
          </a:xfrm>
          <a:prstGeom prst="rect">
            <a:avLst/>
          </a:prstGeom>
        </p:spPr>
      </p:pic>
      <p:sp>
        <p:nvSpPr>
          <p:cNvPr id="9" name="TextBox 8">
            <a:extLst>
              <a:ext uri="{FF2B5EF4-FFF2-40B4-BE49-F238E27FC236}">
                <a16:creationId xmlns:a16="http://schemas.microsoft.com/office/drawing/2014/main" id="{C86A82C3-D59C-ADC3-8496-BE559F6545BB}"/>
              </a:ext>
            </a:extLst>
          </p:cNvPr>
          <p:cNvSpPr txBox="1"/>
          <p:nvPr/>
        </p:nvSpPr>
        <p:spPr>
          <a:xfrm>
            <a:off x="510790" y="3357529"/>
            <a:ext cx="7546463" cy="584775"/>
          </a:xfrm>
          <a:prstGeom prst="rect">
            <a:avLst/>
          </a:prstGeom>
          <a:noFill/>
        </p:spPr>
        <p:txBody>
          <a:bodyPr wrap="square" rtlCol="0">
            <a:spAutoFit/>
          </a:bodyPr>
          <a:lstStyle/>
          <a:p>
            <a:r>
              <a:rPr lang="en-US" sz="1600" dirty="0">
                <a:solidFill>
                  <a:srgbClr val="FFF2CC"/>
                </a:solidFill>
                <a:latin typeface="Open Sans" panose="020B0606030504020204" pitchFamily="34" charset="0"/>
                <a:ea typeface="Open Sans" panose="020B0606030504020204" pitchFamily="34" charset="0"/>
                <a:cs typeface="Open Sans" panose="020B0606030504020204" pitchFamily="34" charset="0"/>
              </a:rPr>
              <a:t>Draft : draft-ietf-schc-architecture-06</a:t>
            </a:r>
          </a:p>
          <a:p>
            <a:r>
              <a:rPr lang="en-US" sz="1600" dirty="0">
                <a:solidFill>
                  <a:srgbClr val="FFF2CC"/>
                </a:solidFill>
                <a:latin typeface="Open Sans" panose="020B0606030504020204" pitchFamily="34" charset="0"/>
                <a:ea typeface="Open Sans" panose="020B0606030504020204" pitchFamily="34" charset="0"/>
                <a:cs typeface="Open Sans" panose="020B0606030504020204" pitchFamily="34" charset="0"/>
              </a:rPr>
              <a:t>Authors : A. Pelov , P. </a:t>
            </a:r>
            <a:r>
              <a:rPr lang="en-US" sz="1600" dirty="0" err="1">
                <a:solidFill>
                  <a:srgbClr val="FFF2CC"/>
                </a:solidFill>
                <a:latin typeface="Open Sans" panose="020B0606030504020204" pitchFamily="34" charset="0"/>
                <a:ea typeface="Open Sans" panose="020B0606030504020204" pitchFamily="34" charset="0"/>
                <a:cs typeface="Open Sans" panose="020B0606030504020204" pitchFamily="34" charset="0"/>
              </a:rPr>
              <a:t>Thubert</a:t>
            </a:r>
            <a:r>
              <a:rPr lang="en-US" sz="1600" dirty="0">
                <a:solidFill>
                  <a:srgbClr val="FFF2CC"/>
                </a:solidFill>
                <a:latin typeface="Open Sans" panose="020B0606030504020204" pitchFamily="34" charset="0"/>
                <a:ea typeface="Open Sans" panose="020B0606030504020204" pitchFamily="34" charset="0"/>
                <a:cs typeface="Open Sans" panose="020B0606030504020204" pitchFamily="34" charset="0"/>
              </a:rPr>
              <a:t> , A. Minaburo , Q. </a:t>
            </a:r>
            <a:r>
              <a:rPr lang="en-US" sz="1600" dirty="0" err="1">
                <a:solidFill>
                  <a:srgbClr val="FFF2CC"/>
                </a:solidFill>
                <a:latin typeface="Open Sans" panose="020B0606030504020204" pitchFamily="34" charset="0"/>
                <a:ea typeface="Open Sans" panose="020B0606030504020204" pitchFamily="34" charset="0"/>
                <a:cs typeface="Open Sans" panose="020B0606030504020204" pitchFamily="34" charset="0"/>
              </a:rPr>
              <a:t>Lampin</a:t>
            </a:r>
            <a:r>
              <a:rPr lang="en-US" sz="1600" dirty="0">
                <a:solidFill>
                  <a:srgbClr val="FFF2CC"/>
                </a:solidFill>
                <a:latin typeface="Open Sans" panose="020B0606030504020204" pitchFamily="34" charset="0"/>
                <a:ea typeface="Open Sans" panose="020B0606030504020204" pitchFamily="34" charset="0"/>
                <a:cs typeface="Open Sans" panose="020B0606030504020204" pitchFamily="34" charset="0"/>
              </a:rPr>
              <a:t> , M. Dumay </a:t>
            </a:r>
          </a:p>
        </p:txBody>
      </p:sp>
    </p:spTree>
    <p:extLst>
      <p:ext uri="{BB962C8B-B14F-4D97-AF65-F5344CB8AC3E}">
        <p14:creationId xmlns:p14="http://schemas.microsoft.com/office/powerpoint/2010/main" val="3916883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2"/>
          <p:cNvSpPr txBox="1">
            <a:spLocks noGrp="1"/>
          </p:cNvSpPr>
          <p:nvPr>
            <p:ph type="title"/>
          </p:nvPr>
        </p:nvSpPr>
        <p:spPr>
          <a:xfrm>
            <a:off x="401925" y="16350"/>
            <a:ext cx="8523000" cy="602775"/>
          </a:xfrm>
          <a:prstGeom prst="rect">
            <a:avLst/>
          </a:prstGeom>
          <a:noFill/>
          <a:ln>
            <a:noFill/>
          </a:ln>
        </p:spPr>
        <p:txBody>
          <a:bodyPr spcFirstLastPara="1" wrap="square" lIns="91425" tIns="91425" rIns="91425" bIns="91425" anchor="b" anchorCtr="0">
            <a:noAutofit/>
          </a:bodyPr>
          <a:lstStyle/>
          <a:p>
            <a:pPr marL="0" marR="0" lvl="0" indent="0" algn="l" rtl="0">
              <a:lnSpc>
                <a:spcPct val="100000"/>
              </a:lnSpc>
              <a:spcBef>
                <a:spcPts val="0"/>
              </a:spcBef>
              <a:spcAft>
                <a:spcPts val="0"/>
              </a:spcAft>
              <a:buClr>
                <a:schemeClr val="lt1"/>
              </a:buClr>
              <a:buSzPts val="3200"/>
              <a:buFont typeface="Open Sans SemiBold"/>
              <a:buNone/>
            </a:pPr>
            <a:r>
              <a:rPr lang="en-US" sz="2400">
                <a:latin typeface="Inter"/>
                <a:ea typeface="Inter"/>
                <a:cs typeface="Inter"/>
                <a:sym typeface="Inter"/>
              </a:rPr>
              <a:t>Note Well</a:t>
            </a:r>
            <a:endParaRPr sz="2400" i="0" u="none" strike="noStrike" cap="none">
              <a:solidFill>
                <a:schemeClr val="lt1"/>
              </a:solidFill>
              <a:latin typeface="Inter"/>
              <a:ea typeface="Inter"/>
              <a:cs typeface="Inter"/>
              <a:sym typeface="Inter"/>
            </a:endParaRPr>
          </a:p>
        </p:txBody>
      </p:sp>
      <p:sp>
        <p:nvSpPr>
          <p:cNvPr id="70" name="Google Shape;70;p12"/>
          <p:cNvSpPr txBox="1"/>
          <p:nvPr/>
        </p:nvSpPr>
        <p:spPr>
          <a:xfrm>
            <a:off x="311700" y="740167"/>
            <a:ext cx="8520600" cy="4100700"/>
          </a:xfrm>
          <a:prstGeom prst="rect">
            <a:avLst/>
          </a:prstGeom>
          <a:noFill/>
          <a:ln>
            <a:noFill/>
          </a:ln>
        </p:spPr>
        <p:txBody>
          <a:bodyPr spcFirstLastPara="1" wrap="square" lIns="91400" tIns="45700" rIns="91400" bIns="45700" anchor="t" anchorCtr="0">
            <a:noAutofit/>
          </a:bodyPr>
          <a:lstStyle/>
          <a:p>
            <a:pPr marL="0" lvl="0" indent="0" algn="l" rtl="0">
              <a:lnSpc>
                <a:spcPct val="115000"/>
              </a:lnSpc>
              <a:spcBef>
                <a:spcPts val="0"/>
              </a:spcBef>
              <a:spcAft>
                <a:spcPts val="0"/>
              </a:spcAft>
              <a:buNone/>
            </a:pPr>
            <a:r>
              <a:rPr lang="en-US" sz="1200" dirty="0">
                <a:solidFill>
                  <a:srgbClr val="000000"/>
                </a:solidFill>
                <a:latin typeface="Inter"/>
                <a:ea typeface="Inter"/>
                <a:cs typeface="Inter"/>
                <a:sym typeface="Inter"/>
              </a:rPr>
              <a:t>By participating in the IETF you agree to follow IETF processes and policies. This Note Well is a reminder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some of those policies. For a linked version of this text, please visit </a:t>
            </a:r>
            <a:r>
              <a:rPr lang="en-US" sz="1200" i="1" dirty="0" err="1">
                <a:solidFill>
                  <a:srgbClr val="000000"/>
                </a:solidFill>
                <a:latin typeface="Inter"/>
                <a:ea typeface="Inter"/>
                <a:cs typeface="Inter"/>
                <a:sym typeface="Inter"/>
              </a:rPr>
              <a:t>www.ietf.org</a:t>
            </a:r>
            <a:r>
              <a:rPr lang="en-US" sz="1200" i="1" dirty="0">
                <a:solidFill>
                  <a:srgbClr val="000000"/>
                </a:solidFill>
                <a:latin typeface="Inter"/>
                <a:ea typeface="Inter"/>
                <a:cs typeface="Inter"/>
                <a:sym typeface="Inter"/>
              </a:rPr>
              <a:t>/note-well </a:t>
            </a:r>
            <a:r>
              <a:rPr lang="en-US" sz="1200" dirty="0">
                <a:solidFill>
                  <a:srgbClr val="000000"/>
                </a:solidFill>
                <a:latin typeface="Inter"/>
                <a:ea typeface="Inter"/>
                <a:cs typeface="Inter"/>
                <a:sym typeface="Inter"/>
              </a:rPr>
              <a:t>or use the QR code below.</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IETF participants are expected to behave in a professional manner and extend respect and courtesy to their colleagues at all times (see </a:t>
            </a:r>
            <a:r>
              <a:rPr lang="en-US" sz="1200" i="1" dirty="0">
                <a:solidFill>
                  <a:srgbClr val="000000"/>
                </a:solidFill>
                <a:latin typeface="Inter"/>
                <a:ea typeface="Inter"/>
                <a:cs typeface="Inter"/>
                <a:sym typeface="Inter"/>
              </a:rPr>
              <a:t>RFC 7154: IETF Guidelines for Conduct and IETF Anti-Harassment Policy</a:t>
            </a:r>
            <a:r>
              <a:rPr lang="en-US" sz="1200" dirty="0">
                <a:solidFill>
                  <a:srgbClr val="000000"/>
                </a:solidFill>
                <a:latin typeface="Inter"/>
                <a:ea typeface="Inter"/>
                <a:cs typeface="Inter"/>
                <a:sym typeface="Inter"/>
              </a:rPr>
              <a:t>). If you have any concerns about behavior, please contact the </a:t>
            </a:r>
            <a:r>
              <a:rPr lang="en-US" sz="1200" i="1" dirty="0" err="1">
                <a:solidFill>
                  <a:srgbClr val="000000"/>
                </a:solidFill>
                <a:latin typeface="Inter"/>
                <a:ea typeface="Inter"/>
                <a:cs typeface="Inter"/>
                <a:sym typeface="Inter"/>
              </a:rPr>
              <a:t>Ombudsteam</a:t>
            </a:r>
            <a:r>
              <a:rPr lang="en-US" sz="1200" dirty="0">
                <a:solidFill>
                  <a:srgbClr val="000000"/>
                </a:solidFill>
                <a:latin typeface="Inter"/>
                <a:ea typeface="Inter"/>
                <a:cs typeface="Inter"/>
                <a:sym typeface="Inter"/>
              </a:rPr>
              <a:t> who have a duty of confidentiality and extensive powers to act, as set out in </a:t>
            </a:r>
            <a:r>
              <a:rPr lang="en-US" sz="1200" i="1" dirty="0">
                <a:solidFill>
                  <a:srgbClr val="000000"/>
                </a:solidFill>
                <a:latin typeface="Inter"/>
                <a:ea typeface="Inter"/>
                <a:cs typeface="Inter"/>
                <a:sym typeface="Inter"/>
              </a:rPr>
              <a:t>RFC 7776: IETF Anti-Harassment Procedures</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If you are aware that any IETF contribution (as defined in </a:t>
            </a:r>
            <a:r>
              <a:rPr lang="en-US" sz="1200" i="1" dirty="0">
                <a:solidFill>
                  <a:srgbClr val="000000"/>
                </a:solidFill>
                <a:latin typeface="Inter"/>
                <a:ea typeface="Inter"/>
                <a:cs typeface="Inter"/>
                <a:sym typeface="Inter"/>
              </a:rPr>
              <a:t>RFC 5378: Rights Contributors Provide to the IETF Trust</a:t>
            </a:r>
            <a:r>
              <a:rPr lang="en-US" sz="1200" dirty="0">
                <a:solidFill>
                  <a:srgbClr val="000000"/>
                </a:solidFill>
                <a:latin typeface="Inter"/>
                <a:ea typeface="Inter"/>
                <a:cs typeface="Inter"/>
                <a:sym typeface="Inter"/>
              </a:rPr>
              <a:t>) is covered by patents or patent applications that are owned or controlled by you, your employer or your sponsor, you must disclose that fact, or not participate in the discussion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(see </a:t>
            </a:r>
            <a:r>
              <a:rPr lang="en-US" sz="1200" i="1" dirty="0">
                <a:solidFill>
                  <a:srgbClr val="000000"/>
                </a:solidFill>
                <a:latin typeface="Inter"/>
                <a:ea typeface="Inter"/>
                <a:cs typeface="Inter"/>
                <a:sym typeface="Inter"/>
              </a:rPr>
              <a:t>RFC 8179: Intellectual Property Rights in IETF Technology</a:t>
            </a:r>
            <a:r>
              <a:rPr lang="en-US" sz="1200" dirty="0">
                <a:solidFill>
                  <a:srgbClr val="000000"/>
                </a:solidFill>
                <a:latin typeface="Inter"/>
                <a:ea typeface="Inter"/>
                <a:cs typeface="Inter"/>
                <a:sym typeface="Inter"/>
              </a:rPr>
              <a:t>).</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For detailed process information consult </a:t>
            </a:r>
            <a:r>
              <a:rPr lang="en-US" sz="1200" i="1" dirty="0">
                <a:solidFill>
                  <a:srgbClr val="000000"/>
                </a:solidFill>
                <a:latin typeface="Inter"/>
                <a:ea typeface="Inter"/>
                <a:cs typeface="Inter"/>
                <a:sym typeface="Inter"/>
              </a:rPr>
              <a:t>RFC 2026: Internet Standards Process </a:t>
            </a:r>
            <a:r>
              <a:rPr lang="en-US" sz="1200" dirty="0">
                <a:solidFill>
                  <a:srgbClr val="000000"/>
                </a:solidFill>
                <a:latin typeface="Inter"/>
                <a:ea typeface="Inter"/>
                <a:cs typeface="Inter"/>
                <a:sym typeface="Inter"/>
              </a:rPr>
              <a:t>and </a:t>
            </a:r>
            <a:br>
              <a:rPr lang="en-US" sz="1200" dirty="0">
                <a:solidFill>
                  <a:srgbClr val="000000"/>
                </a:solidFill>
                <a:latin typeface="Inter"/>
                <a:ea typeface="Inter"/>
                <a:cs typeface="Inter"/>
                <a:sym typeface="Inter"/>
              </a:rPr>
            </a:br>
            <a:r>
              <a:rPr lang="en-US" sz="1200" i="1" dirty="0">
                <a:solidFill>
                  <a:srgbClr val="000000"/>
                </a:solidFill>
                <a:latin typeface="Inter"/>
                <a:ea typeface="Inter"/>
                <a:cs typeface="Inter"/>
                <a:sym typeface="Inter"/>
              </a:rPr>
              <a:t>RFC 2418: IETF Working Group Guidelines and Procedures </a:t>
            </a:r>
            <a:r>
              <a:rPr lang="en-US" sz="1200" dirty="0">
                <a:solidFill>
                  <a:srgbClr val="000000"/>
                </a:solidFill>
                <a:latin typeface="Inter"/>
                <a:ea typeface="Inter"/>
                <a:cs typeface="Inter"/>
                <a:sym typeface="Inter"/>
              </a:rPr>
              <a:t>and updates to those.</a:t>
            </a:r>
            <a:endParaRPr sz="1200" dirty="0">
              <a:solidFill>
                <a:srgbClr val="000000"/>
              </a:solidFill>
              <a:latin typeface="Inter"/>
              <a:ea typeface="Inter"/>
              <a:cs typeface="Inter"/>
              <a:sym typeface="Inter"/>
            </a:endParaRPr>
          </a:p>
          <a:p>
            <a:pPr marL="171450" lvl="0" indent="-171450" algn="l" rtl="0">
              <a:lnSpc>
                <a:spcPct val="115000"/>
              </a:lnSpc>
              <a:spcBef>
                <a:spcPts val="1000"/>
              </a:spcBef>
              <a:spcAft>
                <a:spcPts val="0"/>
              </a:spcAft>
              <a:buFont typeface="Arial" panose="020B0604020202020204" pitchFamily="34" charset="0"/>
              <a:buChar char="•"/>
            </a:pPr>
            <a:r>
              <a:rPr lang="en-US" sz="1200" dirty="0">
                <a:solidFill>
                  <a:srgbClr val="000000"/>
                </a:solidFill>
                <a:latin typeface="Inter"/>
                <a:ea typeface="Inter"/>
                <a:cs typeface="Inter"/>
                <a:sym typeface="Inter"/>
              </a:rPr>
              <a:t>The IETF routinely makes public written, audio, video, and photographic records </a:t>
            </a:r>
            <a:br>
              <a:rPr lang="en-US" sz="1200" dirty="0">
                <a:solidFill>
                  <a:srgbClr val="000000"/>
                </a:solidFill>
                <a:latin typeface="Inter"/>
                <a:ea typeface="Inter"/>
                <a:cs typeface="Inter"/>
                <a:sym typeface="Inter"/>
              </a:rPr>
            </a:br>
            <a:r>
              <a:rPr lang="en-US" sz="1200" dirty="0">
                <a:solidFill>
                  <a:srgbClr val="000000"/>
                </a:solidFill>
                <a:latin typeface="Inter"/>
                <a:ea typeface="Inter"/>
                <a:cs typeface="Inter"/>
                <a:sym typeface="Inter"/>
              </a:rPr>
              <a:t>of IETF activities, including your personal information as set out in the </a:t>
            </a:r>
            <a:r>
              <a:rPr lang="en-US" sz="1200" i="1" dirty="0">
                <a:solidFill>
                  <a:srgbClr val="000000"/>
                </a:solidFill>
                <a:latin typeface="Inter"/>
                <a:ea typeface="Inter"/>
                <a:cs typeface="Inter"/>
                <a:sym typeface="Inter"/>
              </a:rPr>
              <a:t>IETF Privacy Statement</a:t>
            </a:r>
            <a:r>
              <a:rPr lang="en-US" sz="1200" dirty="0">
                <a:solidFill>
                  <a:srgbClr val="000000"/>
                </a:solidFill>
                <a:latin typeface="Inter"/>
                <a:ea typeface="Inter"/>
                <a:cs typeface="Inter"/>
                <a:sym typeface="Inter"/>
              </a:rPr>
              <a:t>. </a:t>
            </a:r>
            <a:endParaRPr sz="1200" dirty="0">
              <a:solidFill>
                <a:srgbClr val="000000"/>
              </a:solidFill>
              <a:latin typeface="Inter"/>
              <a:ea typeface="Inter"/>
              <a:cs typeface="Inter"/>
              <a:sym typeface="Inter"/>
            </a:endParaRPr>
          </a:p>
          <a:p>
            <a:pPr marL="0" lvl="0" indent="0" algn="l" rtl="0">
              <a:lnSpc>
                <a:spcPct val="115000"/>
              </a:lnSpc>
              <a:spcBef>
                <a:spcPts val="1000"/>
              </a:spcBef>
              <a:spcAft>
                <a:spcPts val="1000"/>
              </a:spcAft>
              <a:buNone/>
            </a:pPr>
            <a:r>
              <a:rPr lang="en-US" sz="1200" dirty="0">
                <a:solidFill>
                  <a:srgbClr val="000000"/>
                </a:solidFill>
                <a:latin typeface="Inter"/>
                <a:ea typeface="Inter"/>
                <a:cs typeface="Inter"/>
                <a:sym typeface="Inter"/>
              </a:rPr>
              <a:t>For advice, please talk to Working Group chairs or Area Directors.</a:t>
            </a:r>
            <a:endParaRPr sz="1200" dirty="0">
              <a:solidFill>
                <a:srgbClr val="434343"/>
              </a:solidFill>
              <a:latin typeface="Inter"/>
              <a:ea typeface="Inter"/>
              <a:cs typeface="Inter"/>
              <a:sym typeface="Inter"/>
            </a:endParaRPr>
          </a:p>
        </p:txBody>
      </p:sp>
      <p:pic>
        <p:nvPicPr>
          <p:cNvPr id="71" name="Google Shape;71;p12"/>
          <p:cNvPicPr preferRelativeResize="0"/>
          <p:nvPr/>
        </p:nvPicPr>
        <p:blipFill>
          <a:blip r:embed="rId3">
            <a:alphaModFix/>
          </a:blip>
          <a:stretch>
            <a:fillRect/>
          </a:stretch>
        </p:blipFill>
        <p:spPr>
          <a:xfrm>
            <a:off x="7489875" y="3038675"/>
            <a:ext cx="1383300" cy="1383300"/>
          </a:xfrm>
          <a:prstGeom prst="rect">
            <a:avLst/>
          </a:prstGeom>
          <a:noFill/>
          <a:ln w="9525" cap="flat" cmpd="sng">
            <a:solidFill>
              <a:srgbClr val="000000"/>
            </a:solidFill>
            <a:prstDash val="solid"/>
            <a:round/>
            <a:headEnd type="none" w="sm" len="sm"/>
            <a:tailEnd type="none" w="sm" len="sm"/>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14840-0A8B-ADB0-5381-45346E9489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A84ED-2234-3D98-89BB-9EFF7AFEDC06}"/>
              </a:ext>
            </a:extLst>
          </p:cNvPr>
          <p:cNvSpPr>
            <a:spLocks noGrp="1"/>
          </p:cNvSpPr>
          <p:nvPr>
            <p:ph type="title"/>
          </p:nvPr>
        </p:nvSpPr>
        <p:spPr/>
        <p:txBody>
          <a:bodyPr/>
          <a:lstStyle/>
          <a:p>
            <a:r>
              <a:rPr lang="en-US" sz="2400" dirty="0"/>
              <a:t>Agenda</a:t>
            </a:r>
          </a:p>
        </p:txBody>
      </p:sp>
      <p:sp>
        <p:nvSpPr>
          <p:cNvPr id="4" name="Slide Number Placeholder 3">
            <a:extLst>
              <a:ext uri="{FF2B5EF4-FFF2-40B4-BE49-F238E27FC236}">
                <a16:creationId xmlns:a16="http://schemas.microsoft.com/office/drawing/2014/main" id="{530D1979-19DF-11C6-F565-4CCAEC82496D}"/>
              </a:ext>
            </a:extLst>
          </p:cNvPr>
          <p:cNvSpPr>
            <a:spLocks noGrp="1"/>
          </p:cNvSpPr>
          <p:nvPr>
            <p:ph type="sldNum" idx="12"/>
          </p:nvPr>
        </p:nvSpPr>
        <p:spPr/>
        <p:txBody>
          <a:bodyPr/>
          <a:lstStyle/>
          <a:p>
            <a:fld id="{8178AA54-1752-8A4A-9F40-867B27BE0445}" type="slidenum">
              <a:rPr lang="en-US" smtClean="0"/>
              <a:t>3</a:t>
            </a:fld>
            <a:endParaRPr lang="en-US"/>
          </a:p>
        </p:txBody>
      </p:sp>
      <p:sp>
        <p:nvSpPr>
          <p:cNvPr id="9" name="Content Placeholder 2">
            <a:extLst>
              <a:ext uri="{FF2B5EF4-FFF2-40B4-BE49-F238E27FC236}">
                <a16:creationId xmlns:a16="http://schemas.microsoft.com/office/drawing/2014/main" id="{1EAB29EF-4BA8-E1E4-DB46-B50FCA47D6D4}"/>
              </a:ext>
            </a:extLst>
          </p:cNvPr>
          <p:cNvSpPr txBox="1">
            <a:spLocks/>
          </p:cNvSpPr>
          <p:nvPr/>
        </p:nvSpPr>
        <p:spPr bwMode="auto">
          <a:xfrm>
            <a:off x="457200" y="939338"/>
            <a:ext cx="8229600" cy="3424843"/>
          </a:xfrm>
          <a:prstGeom prst="rect">
            <a:avLst/>
          </a:prstGeom>
          <a:noFill/>
          <a:ln>
            <a:noFill/>
          </a:ln>
        </p:spPr>
        <p:txBody>
          <a:bodyPr spcFirstLastPara="1" wrap="square" lIns="91400" tIns="91400" rIns="91400" bIns="91400" anchor="t" anchorCtr="0">
            <a:noAutofit/>
          </a:bodyPr>
          <a:lstStyle>
            <a:defPPr marR="0" lvl="0" algn="l">
              <a:lnSpc>
                <a:spcPct val="100000"/>
              </a:lnSpc>
              <a:spcBef>
                <a:spcPts val="0"/>
              </a:spcBef>
              <a:spcAft>
                <a:spcPts val="0"/>
              </a:spcAft>
            </a:defPPr>
            <a:lvl1pPr marL="457200" marR="0" lvl="0"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marL="457200" marR="0" lvl="0"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Introduction and outline – 30 min</a:t>
            </a:r>
          </a:p>
          <a:p>
            <a:pPr marL="914400" marR="0" lvl="1"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A little bit of context</a:t>
            </a:r>
          </a:p>
          <a:p>
            <a:pPr marL="1371600" marR="0" lvl="2"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Objectives and scope of the Architecture document</a:t>
            </a:r>
          </a:p>
          <a:p>
            <a:pPr marL="1371600" marR="0" lvl="2"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Impacts of -06 on existing documents</a:t>
            </a:r>
          </a:p>
          <a:p>
            <a:pPr marL="914400" marR="0" lvl="1"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Current definitions of core components</a:t>
            </a:r>
          </a:p>
          <a:p>
            <a:pPr marL="1371600" marR="0" lvl="2"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Endpoints, Instances, Stratum, …</a:t>
            </a:r>
          </a:p>
          <a:p>
            <a:pPr marL="914400" marR="0" lvl="1"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A few scenarios to illustrate those definitions</a:t>
            </a:r>
          </a:p>
          <a:p>
            <a:pPr marL="457200" marR="0" lvl="0" indent="-342900" algn="l" defTabSz="914400" eaLnBrk="1" fontAlgn="auto" latinLnBrk="0" hangingPunct="1">
              <a:lnSpc>
                <a:spcPct val="150000"/>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Discussion – 1h </a:t>
            </a:r>
          </a:p>
        </p:txBody>
      </p:sp>
    </p:spTree>
    <p:extLst>
      <p:ext uri="{BB962C8B-B14F-4D97-AF65-F5344CB8AC3E}">
        <p14:creationId xmlns:p14="http://schemas.microsoft.com/office/powerpoint/2010/main" val="15358319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5E8F6E-633B-4A02-B007-19DFEEAB3B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F7345-87E9-781C-944F-E9AD4ED15D63}"/>
              </a:ext>
            </a:extLst>
          </p:cNvPr>
          <p:cNvSpPr>
            <a:spLocks noGrp="1"/>
          </p:cNvSpPr>
          <p:nvPr>
            <p:ph type="title"/>
          </p:nvPr>
        </p:nvSpPr>
        <p:spPr/>
        <p:txBody>
          <a:bodyPr/>
          <a:lstStyle/>
          <a:p>
            <a:r>
              <a:rPr lang="en-US" sz="2400" dirty="0"/>
              <a:t>History and Objectives</a:t>
            </a:r>
          </a:p>
        </p:txBody>
      </p:sp>
      <p:sp>
        <p:nvSpPr>
          <p:cNvPr id="4" name="Slide Number Placeholder 3">
            <a:extLst>
              <a:ext uri="{FF2B5EF4-FFF2-40B4-BE49-F238E27FC236}">
                <a16:creationId xmlns:a16="http://schemas.microsoft.com/office/drawing/2014/main" id="{373C94AE-943B-E881-A133-9729DCA4439C}"/>
              </a:ext>
            </a:extLst>
          </p:cNvPr>
          <p:cNvSpPr>
            <a:spLocks noGrp="1"/>
          </p:cNvSpPr>
          <p:nvPr>
            <p:ph type="sldNum" idx="12"/>
          </p:nvPr>
        </p:nvSpPr>
        <p:spPr/>
        <p:txBody>
          <a:bodyPr/>
          <a:lstStyle/>
          <a:p>
            <a:fld id="{8178AA54-1752-8A4A-9F40-867B27BE0445}" type="slidenum">
              <a:rPr lang="en-US" smtClean="0"/>
              <a:t>4</a:t>
            </a:fld>
            <a:endParaRPr lang="en-US"/>
          </a:p>
        </p:txBody>
      </p:sp>
      <p:sp>
        <p:nvSpPr>
          <p:cNvPr id="5" name="Espace réservé du contenu 2">
            <a:extLst>
              <a:ext uri="{FF2B5EF4-FFF2-40B4-BE49-F238E27FC236}">
                <a16:creationId xmlns:a16="http://schemas.microsoft.com/office/drawing/2014/main" id="{E4A4F058-6B01-B795-2D28-1A858BCBAB66}"/>
              </a:ext>
            </a:extLst>
          </p:cNvPr>
          <p:cNvSpPr txBox="1">
            <a:spLocks/>
          </p:cNvSpPr>
          <p:nvPr/>
        </p:nvSpPr>
        <p:spPr bwMode="auto">
          <a:xfrm>
            <a:off x="515389" y="848796"/>
            <a:ext cx="8212975" cy="3840792"/>
          </a:xfrm>
          <a:prstGeom prst="rect">
            <a:avLst/>
          </a:prstGeom>
          <a:noFill/>
          <a:ln>
            <a:noFill/>
          </a:ln>
        </p:spPr>
        <p:txBody>
          <a:bodyPr spcFirstLastPara="1" wrap="square" lIns="91400" tIns="91400" rIns="91400" bIns="91400" anchor="t" anchorCtr="0">
            <a:normAutofit fontScale="85000" lnSpcReduction="20000"/>
          </a:bodyPr>
          <a:lstStyle>
            <a:defPPr marR="0" lvl="0" algn="l">
              <a:lnSpc>
                <a:spcPct val="100000"/>
              </a:lnSpc>
              <a:spcBef>
                <a:spcPts val="0"/>
              </a:spcBef>
              <a:spcAft>
                <a:spcPts val="0"/>
              </a:spcAft>
            </a:defPPr>
            <a:lvl1pPr marL="457200" marR="0" lvl="0"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marL="457200" marR="0" lvl="0" indent="-342900" algn="l" defTabSz="914400" eaLnBrk="1" fontAlgn="auto" latinLnBrk="0" hangingPunct="1">
              <a:lnSpc>
                <a:spcPct val="114999"/>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Objectives</a:t>
            </a:r>
          </a:p>
          <a:p>
            <a:pPr lvl="1">
              <a:buFont typeface="Montserrat"/>
              <a:buChar char="●"/>
              <a:defRPr/>
            </a:pPr>
            <a:r>
              <a:rPr lang="en-US" dirty="0">
                <a:solidFill>
                  <a:srgbClr val="002D3C"/>
                </a:solidFill>
              </a:rPr>
              <a:t>Document SCHC</a:t>
            </a:r>
          </a:p>
          <a:p>
            <a:pPr lvl="2">
              <a:buFont typeface="Montserrat"/>
              <a:buChar char="●"/>
              <a:defRPr/>
            </a:pPr>
            <a:r>
              <a:rPr lang="en-US" dirty="0">
                <a:solidFill>
                  <a:srgbClr val="002D3C"/>
                </a:solidFill>
              </a:rPr>
              <a:t>For generic use (including LPWANs)</a:t>
            </a:r>
          </a:p>
          <a:p>
            <a:pPr lvl="1">
              <a:buFont typeface="Montserrat"/>
              <a:buChar char="●"/>
              <a:defRPr/>
            </a:pPr>
            <a:r>
              <a:rPr kumimoji="0" lang="en-US" b="0" i="0" u="none" strike="noStrike" kern="0" cap="none" spc="0" normalizeH="0" baseline="0" noProof="0" dirty="0">
                <a:ln>
                  <a:noFill/>
                </a:ln>
                <a:solidFill>
                  <a:srgbClr val="002D3C"/>
                </a:solidFill>
                <a:effectLst/>
                <a:uLnTx/>
                <a:uFillTx/>
                <a:latin typeface="Montserrat"/>
              </a:rPr>
              <a:t>Provide unified terminology</a:t>
            </a:r>
          </a:p>
          <a:p>
            <a:pPr lvl="2">
              <a:buFont typeface="Montserrat"/>
              <a:buChar char="●"/>
              <a:defRPr/>
            </a:pPr>
            <a:r>
              <a:rPr kumimoji="0" lang="en-US" b="0" i="0" u="none" strike="noStrike" kern="0" cap="none" spc="0" normalizeH="0" baseline="0" noProof="0" dirty="0">
                <a:ln>
                  <a:noFill/>
                </a:ln>
                <a:solidFill>
                  <a:srgbClr val="002D3C"/>
                </a:solidFill>
                <a:effectLst/>
                <a:uLnTx/>
                <a:uFillTx/>
                <a:latin typeface="Montserrat"/>
              </a:rPr>
              <a:t>Clarify and fill gaps</a:t>
            </a:r>
          </a:p>
          <a:p>
            <a:pPr marL="914400" marR="0" lvl="1" indent="-342900" algn="l" defTabSz="914400" eaLnBrk="1" fontAlgn="auto" latinLnBrk="0" hangingPunct="1">
              <a:lnSpc>
                <a:spcPct val="114999"/>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Informational document</a:t>
            </a:r>
          </a:p>
          <a:p>
            <a:pPr marL="1371600" marR="0" lvl="2" indent="-342900" algn="l" defTabSz="914400" eaLnBrk="1" fontAlgn="auto" latinLnBrk="0" hangingPunct="1">
              <a:lnSpc>
                <a:spcPct val="114999"/>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Cover simple, as well as more advanced use-cases</a:t>
            </a:r>
          </a:p>
          <a:p>
            <a:pPr marL="1371600" marR="0" lvl="2" indent="-342900" algn="l" defTabSz="914400" eaLnBrk="1" fontAlgn="auto" latinLnBrk="0" hangingPunct="1">
              <a:lnSpc>
                <a:spcPct val="114999"/>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Document the work of the WG</a:t>
            </a:r>
          </a:p>
          <a:p>
            <a:pPr marL="1371600" marR="0" lvl="2" indent="-342900" algn="l" defTabSz="914400" eaLnBrk="1" fontAlgn="auto" latinLnBrk="0" hangingPunct="1">
              <a:lnSpc>
                <a:spcPct val="114999"/>
              </a:lnSpc>
              <a:spcBef>
                <a:spcPts val="0"/>
              </a:spcBef>
              <a:spcAft>
                <a:spcPts val="0"/>
              </a:spcAft>
              <a:buClr>
                <a:srgbClr val="737373"/>
              </a:buClr>
              <a:buSzPts val="1800"/>
              <a:buFont typeface="Montserrat"/>
              <a:buChar char="●"/>
              <a:tabLst/>
              <a:defRPr/>
            </a:pPr>
            <a:r>
              <a:rPr kumimoji="0" lang="en-US" sz="1800" b="0" i="0" u="none" strike="noStrike" kern="0" cap="none" spc="0" normalizeH="0" baseline="0" noProof="0" dirty="0">
                <a:ln>
                  <a:noFill/>
                </a:ln>
                <a:solidFill>
                  <a:srgbClr val="002D3C"/>
                </a:solidFill>
                <a:effectLst/>
                <a:uLnTx/>
                <a:uFillTx/>
                <a:latin typeface="Montserrat"/>
              </a:rPr>
              <a:t>Work should happen on standard-track documents</a:t>
            </a:r>
          </a:p>
          <a:p>
            <a:pPr>
              <a:defRPr/>
            </a:pPr>
            <a:endParaRPr lang="en-US" dirty="0">
              <a:solidFill>
                <a:srgbClr val="002D3C"/>
              </a:solidFill>
            </a:endParaRPr>
          </a:p>
          <a:p>
            <a:pPr>
              <a:defRPr/>
            </a:pPr>
            <a:r>
              <a:rPr kumimoji="0" lang="en-US" b="0" i="0" u="none" strike="noStrike" kern="0" cap="none" spc="0" normalizeH="0" baseline="0" noProof="0" dirty="0">
                <a:ln>
                  <a:noFill/>
                </a:ln>
                <a:solidFill>
                  <a:srgbClr val="002D3C"/>
                </a:solidFill>
                <a:effectLst/>
                <a:uLnTx/>
                <a:uFillTx/>
                <a:latin typeface="Montserrat"/>
              </a:rPr>
              <a:t>Evolution 2021 -&gt; 2026</a:t>
            </a:r>
          </a:p>
          <a:p>
            <a:pPr lvl="1">
              <a:defRPr/>
            </a:pPr>
            <a:r>
              <a:rPr kumimoji="0" lang="en-US" b="0" i="0" u="none" strike="noStrike" kern="0" cap="none" spc="0" normalizeH="0" baseline="0" noProof="0" dirty="0">
                <a:ln>
                  <a:noFill/>
                </a:ln>
                <a:solidFill>
                  <a:srgbClr val="002D3C"/>
                </a:solidFill>
                <a:effectLst/>
                <a:uLnTx/>
                <a:uFillTx/>
                <a:latin typeface="Montserrat"/>
              </a:rPr>
              <a:t>Work 2021-2025 (</a:t>
            </a:r>
            <a:r>
              <a:rPr kumimoji="0" lang="en-US" b="0" i="0" u="none" strike="noStrike" kern="0" cap="none" spc="0" normalizeH="0" baseline="0" noProof="0" dirty="0" err="1">
                <a:ln>
                  <a:noFill/>
                </a:ln>
                <a:solidFill>
                  <a:srgbClr val="002D3C"/>
                </a:solidFill>
                <a:effectLst/>
                <a:uLnTx/>
                <a:uFillTx/>
                <a:latin typeface="Montserrat"/>
              </a:rPr>
              <a:t>lpwan</a:t>
            </a:r>
            <a:r>
              <a:rPr kumimoji="0" lang="en-US" b="0" i="0" u="none" strike="noStrike" kern="0" cap="none" spc="0" normalizeH="0" baseline="0" noProof="0" dirty="0">
                <a:ln>
                  <a:noFill/>
                </a:ln>
                <a:solidFill>
                  <a:srgbClr val="002D3C"/>
                </a:solidFill>
                <a:effectLst/>
                <a:uLnTx/>
                <a:uFillTx/>
                <a:latin typeface="Montserrat"/>
              </a:rPr>
              <a:t>-&gt; </a:t>
            </a:r>
            <a:r>
              <a:rPr kumimoji="0" lang="en-US" b="0" i="0" u="none" strike="noStrike" kern="0" cap="none" spc="0" normalizeH="0" baseline="0" noProof="0" dirty="0" err="1">
                <a:ln>
                  <a:noFill/>
                </a:ln>
                <a:solidFill>
                  <a:srgbClr val="002D3C"/>
                </a:solidFill>
                <a:effectLst/>
                <a:uLnTx/>
                <a:uFillTx/>
                <a:latin typeface="Montserrat"/>
              </a:rPr>
              <a:t>schc</a:t>
            </a:r>
            <a:r>
              <a:rPr kumimoji="0" lang="en-US" b="0" i="0" u="none" strike="noStrike" kern="0" cap="none" spc="0" normalizeH="0" baseline="0" noProof="0" dirty="0">
                <a:ln>
                  <a:noFill/>
                </a:ln>
                <a:solidFill>
                  <a:srgbClr val="002D3C"/>
                </a:solidFill>
                <a:effectLst/>
                <a:uLnTx/>
                <a:uFillTx/>
                <a:latin typeface="Montserrat"/>
              </a:rPr>
              <a:t>)</a:t>
            </a:r>
          </a:p>
          <a:p>
            <a:pPr lvl="1">
              <a:defRPr/>
            </a:pPr>
            <a:r>
              <a:rPr kumimoji="0" lang="en-US" b="0" i="0" u="none" strike="noStrike" kern="0" cap="none" spc="0" normalizeH="0" baseline="0" noProof="0" dirty="0">
                <a:ln>
                  <a:noFill/>
                </a:ln>
                <a:solidFill>
                  <a:srgbClr val="002D3C"/>
                </a:solidFill>
                <a:effectLst/>
                <a:uLnTx/>
                <a:uFillTx/>
                <a:latin typeface="Montserrat"/>
              </a:rPr>
              <a:t>Side meeting during IETF123</a:t>
            </a:r>
          </a:p>
          <a:p>
            <a:pPr lvl="1">
              <a:defRPr/>
            </a:pPr>
            <a:r>
              <a:rPr lang="en-US" dirty="0">
                <a:solidFill>
                  <a:srgbClr val="002D3C"/>
                </a:solidFill>
              </a:rPr>
              <a:t>Design team creation after IETF124</a:t>
            </a:r>
          </a:p>
          <a:p>
            <a:pPr lvl="2">
              <a:defRPr/>
            </a:pPr>
            <a:r>
              <a:rPr kumimoji="0" lang="en-US" b="0" i="0" u="none" strike="noStrike" kern="0" cap="none" spc="0" normalizeH="0" baseline="0" noProof="0" dirty="0">
                <a:ln>
                  <a:noFill/>
                </a:ln>
                <a:solidFill>
                  <a:srgbClr val="002D3C"/>
                </a:solidFill>
                <a:effectLst/>
                <a:uLnTx/>
                <a:uFillTx/>
                <a:latin typeface="Montserrat"/>
              </a:rPr>
              <a:t>Open to anyone to join, consensus-driven</a:t>
            </a:r>
          </a:p>
          <a:p>
            <a:pPr lvl="1">
              <a:defRPr/>
            </a:pPr>
            <a:r>
              <a:rPr lang="en-US" dirty="0">
                <a:solidFill>
                  <a:srgbClr val="002D3C"/>
                </a:solidFill>
              </a:rPr>
              <a:t>Work presented during interim meeting on May 12</a:t>
            </a:r>
            <a:r>
              <a:rPr lang="en-US" baseline="30000" dirty="0">
                <a:solidFill>
                  <a:srgbClr val="002D3C"/>
                </a:solidFill>
              </a:rPr>
              <a:t>th</a:t>
            </a:r>
            <a:r>
              <a:rPr lang="en-US" dirty="0">
                <a:solidFill>
                  <a:srgbClr val="002D3C"/>
                </a:solidFill>
              </a:rPr>
              <a:t>, 2026</a:t>
            </a:r>
            <a:endParaRPr kumimoji="0" lang="en-US" b="0" i="0" u="none" strike="noStrike" kern="0" cap="none" spc="0" normalizeH="0" baseline="0" noProof="0" dirty="0">
              <a:ln>
                <a:noFill/>
              </a:ln>
              <a:solidFill>
                <a:srgbClr val="002D3C"/>
              </a:solidFill>
              <a:effectLst/>
              <a:uLnTx/>
              <a:uFillTx/>
              <a:latin typeface="Montserrat"/>
            </a:endParaRPr>
          </a:p>
        </p:txBody>
      </p:sp>
    </p:spTree>
    <p:extLst>
      <p:ext uri="{BB962C8B-B14F-4D97-AF65-F5344CB8AC3E}">
        <p14:creationId xmlns:p14="http://schemas.microsoft.com/office/powerpoint/2010/main" val="696438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3FC64-2C82-A8F1-C1A5-2617ABD337EC}"/>
            </a:ext>
          </a:extLst>
        </p:cNvPr>
        <p:cNvGrpSpPr/>
        <p:nvPr/>
      </p:nvGrpSpPr>
      <p:grpSpPr>
        <a:xfrm>
          <a:off x="0" y="0"/>
          <a:ext cx="0" cy="0"/>
          <a:chOff x="0" y="0"/>
          <a:chExt cx="0" cy="0"/>
        </a:xfrm>
      </p:grpSpPr>
      <p:sp>
        <p:nvSpPr>
          <p:cNvPr id="18" name="Rounded Rectangle 17">
            <a:extLst>
              <a:ext uri="{FF2B5EF4-FFF2-40B4-BE49-F238E27FC236}">
                <a16:creationId xmlns:a16="http://schemas.microsoft.com/office/drawing/2014/main" id="{FEBDD94C-2FE4-DE05-79FE-E76A864201E7}"/>
              </a:ext>
            </a:extLst>
          </p:cNvPr>
          <p:cNvSpPr/>
          <p:nvPr/>
        </p:nvSpPr>
        <p:spPr>
          <a:xfrm>
            <a:off x="1568100" y="3836091"/>
            <a:ext cx="6313613" cy="974897"/>
          </a:xfrm>
          <a:prstGeom prst="roundRect">
            <a:avLst/>
          </a:prstGeom>
          <a:solidFill>
            <a:schemeClr val="bg1"/>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7" name="Rounded Rectangle 6">
            <a:extLst>
              <a:ext uri="{FF2B5EF4-FFF2-40B4-BE49-F238E27FC236}">
                <a16:creationId xmlns:a16="http://schemas.microsoft.com/office/drawing/2014/main" id="{784AF60D-1A63-0CA3-C780-6C71CEDD97DD}"/>
              </a:ext>
            </a:extLst>
          </p:cNvPr>
          <p:cNvSpPr/>
          <p:nvPr/>
        </p:nvSpPr>
        <p:spPr>
          <a:xfrm>
            <a:off x="5009569" y="2317650"/>
            <a:ext cx="3441469" cy="13924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8" name="Rounded Rectangle 7">
            <a:extLst>
              <a:ext uri="{FF2B5EF4-FFF2-40B4-BE49-F238E27FC236}">
                <a16:creationId xmlns:a16="http://schemas.microsoft.com/office/drawing/2014/main" id="{05B784CB-9C83-C947-8835-DAD20AC095EC}"/>
              </a:ext>
            </a:extLst>
          </p:cNvPr>
          <p:cNvSpPr/>
          <p:nvPr/>
        </p:nvSpPr>
        <p:spPr>
          <a:xfrm>
            <a:off x="299464" y="2317650"/>
            <a:ext cx="3441469" cy="13924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 name="Rounded Rectangle 5">
            <a:extLst>
              <a:ext uri="{FF2B5EF4-FFF2-40B4-BE49-F238E27FC236}">
                <a16:creationId xmlns:a16="http://schemas.microsoft.com/office/drawing/2014/main" id="{6A09D64D-05C5-F519-7CAC-33441AD802D3}"/>
              </a:ext>
            </a:extLst>
          </p:cNvPr>
          <p:cNvSpPr/>
          <p:nvPr/>
        </p:nvSpPr>
        <p:spPr>
          <a:xfrm>
            <a:off x="4971217" y="779120"/>
            <a:ext cx="3441469" cy="13924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4" name="Rounded Rectangle 3">
            <a:extLst>
              <a:ext uri="{FF2B5EF4-FFF2-40B4-BE49-F238E27FC236}">
                <a16:creationId xmlns:a16="http://schemas.microsoft.com/office/drawing/2014/main" id="{F1E9E675-9FD9-92BE-7351-549BBD973AA0}"/>
              </a:ext>
            </a:extLst>
          </p:cNvPr>
          <p:cNvSpPr/>
          <p:nvPr/>
        </p:nvSpPr>
        <p:spPr>
          <a:xfrm>
            <a:off x="274320" y="779120"/>
            <a:ext cx="3441469" cy="13924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 name="Title 1">
            <a:extLst>
              <a:ext uri="{FF2B5EF4-FFF2-40B4-BE49-F238E27FC236}">
                <a16:creationId xmlns:a16="http://schemas.microsoft.com/office/drawing/2014/main" id="{1CD45C1A-481F-94A0-C513-F3FC4113C404}"/>
              </a:ext>
            </a:extLst>
          </p:cNvPr>
          <p:cNvSpPr>
            <a:spLocks noGrp="1"/>
          </p:cNvSpPr>
          <p:nvPr>
            <p:ph type="title"/>
          </p:nvPr>
        </p:nvSpPr>
        <p:spPr/>
        <p:txBody>
          <a:bodyPr/>
          <a:lstStyle/>
          <a:p>
            <a:r>
              <a:rPr lang="en-US" sz="2400" dirty="0"/>
              <a:t>How do the drafts work with the architecture?</a:t>
            </a:r>
          </a:p>
        </p:txBody>
      </p:sp>
      <p:sp>
        <p:nvSpPr>
          <p:cNvPr id="5" name="TextBox 4">
            <a:extLst>
              <a:ext uri="{FF2B5EF4-FFF2-40B4-BE49-F238E27FC236}">
                <a16:creationId xmlns:a16="http://schemas.microsoft.com/office/drawing/2014/main" id="{ECBA1122-DBE7-B638-A917-0FBCC4A4F78F}"/>
              </a:ext>
            </a:extLst>
          </p:cNvPr>
          <p:cNvSpPr txBox="1"/>
          <p:nvPr/>
        </p:nvSpPr>
        <p:spPr>
          <a:xfrm>
            <a:off x="1613812" y="4076631"/>
            <a:ext cx="2232196" cy="276999"/>
          </a:xfrm>
          <a:prstGeom prst="rect">
            <a:avLst/>
          </a:prstGeom>
          <a:noFill/>
        </p:spPr>
        <p:txBody>
          <a:bodyPr wrap="square">
            <a:spAutoFit/>
          </a:bodyPr>
          <a:lstStyle/>
          <a:p>
            <a:r>
              <a:rPr lang="en-US" sz="1200" dirty="0">
                <a:solidFill>
                  <a:schemeClr val="tx1"/>
                </a:solidFill>
                <a:hlinkClick r:id="rId2">
                  <a:extLst>
                    <a:ext uri="{A12FA001-AC4F-418D-AE19-62706E023703}">
                      <ahyp:hlinkClr xmlns:ahyp="http://schemas.microsoft.com/office/drawing/2018/hyperlinkcolor" val="tx"/>
                    </a:ext>
                  </a:extLst>
                </a:hlinkClick>
              </a:rPr>
              <a:t>draft-ietf-schc-architecture-06 </a:t>
            </a:r>
            <a:endParaRPr lang="en-US" sz="1200" dirty="0">
              <a:solidFill>
                <a:schemeClr val="tx1"/>
              </a:solidFill>
            </a:endParaRPr>
          </a:p>
        </p:txBody>
      </p:sp>
      <p:sp>
        <p:nvSpPr>
          <p:cNvPr id="9" name="TextBox 8">
            <a:extLst>
              <a:ext uri="{FF2B5EF4-FFF2-40B4-BE49-F238E27FC236}">
                <a16:creationId xmlns:a16="http://schemas.microsoft.com/office/drawing/2014/main" id="{1DC9BC1F-5EB3-649C-029E-4C0945D52DCA}"/>
              </a:ext>
            </a:extLst>
          </p:cNvPr>
          <p:cNvSpPr txBox="1"/>
          <p:nvPr/>
        </p:nvSpPr>
        <p:spPr>
          <a:xfrm>
            <a:off x="5439509" y="3100096"/>
            <a:ext cx="1931476" cy="246221"/>
          </a:xfrm>
          <a:prstGeom prst="rect">
            <a:avLst/>
          </a:prstGeom>
          <a:noFill/>
        </p:spPr>
        <p:txBody>
          <a:bodyPr wrap="square">
            <a:spAutoFit/>
          </a:bodyPr>
          <a:lstStyle/>
          <a:p>
            <a:r>
              <a:rPr lang="en-US" sz="1000" dirty="0">
                <a:solidFill>
                  <a:schemeClr val="bg2"/>
                </a:solidFill>
                <a:hlinkClick r:id="rId3">
                  <a:extLst>
                    <a:ext uri="{A12FA001-AC4F-418D-AE19-62706E023703}">
                      <ahyp:hlinkClr xmlns:ahyp="http://schemas.microsoft.com/office/drawing/2018/hyperlinkcolor" val="tx"/>
                    </a:ext>
                  </a:extLst>
                </a:hlinkClick>
              </a:rPr>
              <a:t>draft-ietf-schc-8824-update-09 </a:t>
            </a:r>
            <a:endParaRPr lang="en-US" sz="1000" dirty="0">
              <a:solidFill>
                <a:schemeClr val="bg2"/>
              </a:solidFill>
            </a:endParaRPr>
          </a:p>
        </p:txBody>
      </p:sp>
      <p:sp>
        <p:nvSpPr>
          <p:cNvPr id="13" name="TextBox 12">
            <a:extLst>
              <a:ext uri="{FF2B5EF4-FFF2-40B4-BE49-F238E27FC236}">
                <a16:creationId xmlns:a16="http://schemas.microsoft.com/office/drawing/2014/main" id="{08A51490-D6D3-2305-D8F1-3F721983AF73}"/>
              </a:ext>
            </a:extLst>
          </p:cNvPr>
          <p:cNvSpPr txBox="1"/>
          <p:nvPr/>
        </p:nvSpPr>
        <p:spPr>
          <a:xfrm>
            <a:off x="639283" y="1538273"/>
            <a:ext cx="2759453" cy="246221"/>
          </a:xfrm>
          <a:prstGeom prst="rect">
            <a:avLst/>
          </a:prstGeom>
          <a:noFill/>
        </p:spPr>
        <p:txBody>
          <a:bodyPr wrap="square">
            <a:spAutoFit/>
          </a:bodyPr>
          <a:lstStyle/>
          <a:p>
            <a:r>
              <a:rPr lang="en-US" sz="1000" b="1" dirty="0">
                <a:solidFill>
                  <a:schemeClr val="bg2"/>
                </a:solidFill>
                <a:hlinkClick r:id="rId4">
                  <a:extLst>
                    <a:ext uri="{A12FA001-AC4F-418D-AE19-62706E023703}">
                      <ahyp:hlinkClr xmlns:ahyp="http://schemas.microsoft.com/office/drawing/2018/hyperlinkcolor" val="tx"/>
                    </a:ext>
                  </a:extLst>
                </a:hlinkClick>
              </a:rPr>
              <a:t>draft-corneo-schc-compress-payload-02 </a:t>
            </a:r>
            <a:endParaRPr lang="en-US" sz="1000" b="1" dirty="0">
              <a:solidFill>
                <a:schemeClr val="bg2"/>
              </a:solidFill>
            </a:endParaRPr>
          </a:p>
        </p:txBody>
      </p:sp>
      <p:sp>
        <p:nvSpPr>
          <p:cNvPr id="15" name="TextBox 14">
            <a:extLst>
              <a:ext uri="{FF2B5EF4-FFF2-40B4-BE49-F238E27FC236}">
                <a16:creationId xmlns:a16="http://schemas.microsoft.com/office/drawing/2014/main" id="{0CE76BA4-485A-8D95-0335-65A6176F64AF}"/>
              </a:ext>
            </a:extLst>
          </p:cNvPr>
          <p:cNvSpPr txBox="1"/>
          <p:nvPr/>
        </p:nvSpPr>
        <p:spPr>
          <a:xfrm>
            <a:off x="5493870" y="1231746"/>
            <a:ext cx="2130972" cy="246221"/>
          </a:xfrm>
          <a:prstGeom prst="rect">
            <a:avLst/>
          </a:prstGeom>
          <a:noFill/>
        </p:spPr>
        <p:txBody>
          <a:bodyPr wrap="square">
            <a:spAutoFit/>
          </a:bodyPr>
          <a:lstStyle/>
          <a:p>
            <a:r>
              <a:rPr lang="en-US" sz="1000" b="1" dirty="0">
                <a:solidFill>
                  <a:schemeClr val="bg2"/>
                </a:solidFill>
                <a:hlinkClick r:id="rId5">
                  <a:extLst>
                    <a:ext uri="{A12FA001-AC4F-418D-AE19-62706E023703}">
                      <ahyp:hlinkClr xmlns:ahyp="http://schemas.microsoft.com/office/drawing/2018/hyperlinkcolor" val="tx"/>
                    </a:ext>
                  </a:extLst>
                </a:hlinkClick>
              </a:rPr>
              <a:t>draft-ietf-schc-schclet-00 </a:t>
            </a:r>
            <a:endParaRPr lang="en-US" sz="1000" b="1" dirty="0">
              <a:solidFill>
                <a:schemeClr val="bg2"/>
              </a:solidFill>
            </a:endParaRPr>
          </a:p>
        </p:txBody>
      </p:sp>
      <p:sp>
        <p:nvSpPr>
          <p:cNvPr id="17" name="TextBox 16">
            <a:extLst>
              <a:ext uri="{FF2B5EF4-FFF2-40B4-BE49-F238E27FC236}">
                <a16:creationId xmlns:a16="http://schemas.microsoft.com/office/drawing/2014/main" id="{62F0592E-804B-0F66-A6DD-31534065E431}"/>
              </a:ext>
            </a:extLst>
          </p:cNvPr>
          <p:cNvSpPr txBox="1"/>
          <p:nvPr/>
        </p:nvSpPr>
        <p:spPr>
          <a:xfrm>
            <a:off x="584853" y="3078319"/>
            <a:ext cx="3194961" cy="246221"/>
          </a:xfrm>
          <a:prstGeom prst="rect">
            <a:avLst/>
          </a:prstGeom>
          <a:noFill/>
        </p:spPr>
        <p:txBody>
          <a:bodyPr wrap="square">
            <a:spAutoFit/>
          </a:bodyPr>
          <a:lstStyle/>
          <a:p>
            <a:r>
              <a:rPr lang="en-US" sz="1000" dirty="0">
                <a:solidFill>
                  <a:schemeClr val="bg2"/>
                </a:solidFill>
                <a:hlinkClick r:id="rId6">
                  <a:extLst>
                    <a:ext uri="{A12FA001-AC4F-418D-AE19-62706E023703}">
                      <ahyp:hlinkClr xmlns:ahyp="http://schemas.microsoft.com/office/drawing/2018/hyperlinkcolor" val="tx"/>
                    </a:ext>
                  </a:extLst>
                </a:hlinkClick>
              </a:rPr>
              <a:t>draft-ietf-schc-over-networks-prone-to-disruptions-03 </a:t>
            </a:r>
            <a:endParaRPr lang="en-US" sz="1000" dirty="0">
              <a:solidFill>
                <a:schemeClr val="bg2"/>
              </a:solidFill>
            </a:endParaRPr>
          </a:p>
        </p:txBody>
      </p:sp>
      <p:sp>
        <p:nvSpPr>
          <p:cNvPr id="19" name="TextBox 18">
            <a:extLst>
              <a:ext uri="{FF2B5EF4-FFF2-40B4-BE49-F238E27FC236}">
                <a16:creationId xmlns:a16="http://schemas.microsoft.com/office/drawing/2014/main" id="{AA027064-B2BC-C944-8F49-B459E81A3C09}"/>
              </a:ext>
            </a:extLst>
          </p:cNvPr>
          <p:cNvSpPr txBox="1"/>
          <p:nvPr/>
        </p:nvSpPr>
        <p:spPr>
          <a:xfrm>
            <a:off x="631534" y="1043173"/>
            <a:ext cx="2212465" cy="246221"/>
          </a:xfrm>
          <a:prstGeom prst="rect">
            <a:avLst/>
          </a:prstGeom>
          <a:noFill/>
        </p:spPr>
        <p:txBody>
          <a:bodyPr wrap="square">
            <a:spAutoFit/>
          </a:bodyPr>
          <a:lstStyle/>
          <a:p>
            <a:r>
              <a:rPr lang="en-US" sz="1000" b="1" dirty="0">
                <a:solidFill>
                  <a:schemeClr val="bg2"/>
                </a:solidFill>
                <a:hlinkClick r:id="rId7">
                  <a:extLst>
                    <a:ext uri="{A12FA001-AC4F-418D-AE19-62706E023703}">
                      <ahyp:hlinkClr xmlns:ahyp="http://schemas.microsoft.com/office/drawing/2018/hyperlinkcolor" val="tx"/>
                    </a:ext>
                  </a:extLst>
                </a:hlinkClick>
              </a:rPr>
              <a:t>RFC 8724 </a:t>
            </a:r>
            <a:r>
              <a:rPr lang="en-US" sz="1000" b="1" dirty="0">
                <a:solidFill>
                  <a:schemeClr val="bg2"/>
                </a:solidFill>
              </a:rPr>
              <a:t>SCHC Framework</a:t>
            </a:r>
            <a:r>
              <a:rPr lang="en-US" sz="1000" b="1" dirty="0">
                <a:solidFill>
                  <a:schemeClr val="bg2"/>
                </a:solidFill>
                <a:hlinkClick r:id="rId7">
                  <a:extLst>
                    <a:ext uri="{A12FA001-AC4F-418D-AE19-62706E023703}">
                      <ahyp:hlinkClr xmlns:ahyp="http://schemas.microsoft.com/office/drawing/2018/hyperlinkcolor" val="tx"/>
                    </a:ext>
                  </a:extLst>
                </a:hlinkClick>
              </a:rPr>
              <a:t> </a:t>
            </a:r>
            <a:endParaRPr lang="en-US" sz="1000" b="1" dirty="0">
              <a:solidFill>
                <a:schemeClr val="bg2"/>
              </a:solidFill>
            </a:endParaRPr>
          </a:p>
        </p:txBody>
      </p:sp>
      <p:sp>
        <p:nvSpPr>
          <p:cNvPr id="23" name="TextBox 22">
            <a:extLst>
              <a:ext uri="{FF2B5EF4-FFF2-40B4-BE49-F238E27FC236}">
                <a16:creationId xmlns:a16="http://schemas.microsoft.com/office/drawing/2014/main" id="{6992649D-AA76-D537-5A51-0B25DCBD67A7}"/>
              </a:ext>
            </a:extLst>
          </p:cNvPr>
          <p:cNvSpPr txBox="1"/>
          <p:nvPr/>
        </p:nvSpPr>
        <p:spPr>
          <a:xfrm>
            <a:off x="584854" y="2541066"/>
            <a:ext cx="1926363" cy="246221"/>
          </a:xfrm>
          <a:prstGeom prst="rect">
            <a:avLst/>
          </a:prstGeom>
          <a:noFill/>
        </p:spPr>
        <p:txBody>
          <a:bodyPr wrap="square">
            <a:spAutoFit/>
          </a:bodyPr>
          <a:lstStyle/>
          <a:p>
            <a:r>
              <a:rPr lang="en-US" sz="1000" dirty="0">
                <a:solidFill>
                  <a:schemeClr val="bg2"/>
                </a:solidFill>
                <a:hlinkClick r:id="rId8">
                  <a:extLst>
                    <a:ext uri="{A12FA001-AC4F-418D-AE19-62706E023703}">
                      <ahyp:hlinkClr xmlns:ahyp="http://schemas.microsoft.com/office/drawing/2018/hyperlinkcolor" val="tx"/>
                    </a:ext>
                  </a:extLst>
                </a:hlinkClick>
              </a:rPr>
              <a:t>RFC 9011 </a:t>
            </a:r>
            <a:r>
              <a:rPr lang="en-US" sz="1000" dirty="0" err="1">
                <a:solidFill>
                  <a:schemeClr val="bg2"/>
                </a:solidFill>
              </a:rPr>
              <a:t>LoRaWAN</a:t>
            </a:r>
            <a:r>
              <a:rPr lang="en-US" sz="1000" dirty="0">
                <a:solidFill>
                  <a:schemeClr val="bg2"/>
                </a:solidFill>
                <a:hlinkClick r:id="rId8">
                  <a:extLst>
                    <a:ext uri="{A12FA001-AC4F-418D-AE19-62706E023703}">
                      <ahyp:hlinkClr xmlns:ahyp="http://schemas.microsoft.com/office/drawing/2018/hyperlinkcolor" val="tx"/>
                    </a:ext>
                  </a:extLst>
                </a:hlinkClick>
              </a:rPr>
              <a:t> </a:t>
            </a:r>
            <a:endParaRPr lang="en-US" sz="1000" dirty="0">
              <a:solidFill>
                <a:schemeClr val="bg2"/>
              </a:solidFill>
            </a:endParaRPr>
          </a:p>
        </p:txBody>
      </p:sp>
      <p:sp>
        <p:nvSpPr>
          <p:cNvPr id="25" name="TextBox 24">
            <a:extLst>
              <a:ext uri="{FF2B5EF4-FFF2-40B4-BE49-F238E27FC236}">
                <a16:creationId xmlns:a16="http://schemas.microsoft.com/office/drawing/2014/main" id="{6F56203D-8167-36D4-C841-48213C11A9B0}"/>
              </a:ext>
            </a:extLst>
          </p:cNvPr>
          <p:cNvSpPr txBox="1"/>
          <p:nvPr/>
        </p:nvSpPr>
        <p:spPr>
          <a:xfrm>
            <a:off x="5439510" y="2524599"/>
            <a:ext cx="1658318" cy="246221"/>
          </a:xfrm>
          <a:prstGeom prst="rect">
            <a:avLst/>
          </a:prstGeom>
          <a:noFill/>
        </p:spPr>
        <p:txBody>
          <a:bodyPr wrap="square">
            <a:spAutoFit/>
          </a:bodyPr>
          <a:lstStyle/>
          <a:p>
            <a:r>
              <a:rPr lang="en-US" sz="1000" dirty="0">
                <a:solidFill>
                  <a:schemeClr val="bg2"/>
                </a:solidFill>
                <a:hlinkClick r:id="rId9">
                  <a:extLst>
                    <a:ext uri="{A12FA001-AC4F-418D-AE19-62706E023703}">
                      <ahyp:hlinkClr xmlns:ahyp="http://schemas.microsoft.com/office/drawing/2018/hyperlinkcolor" val="tx"/>
                    </a:ext>
                  </a:extLst>
                </a:hlinkClick>
              </a:rPr>
              <a:t>RFC 8824 </a:t>
            </a:r>
            <a:r>
              <a:rPr lang="en-US" sz="1000" dirty="0">
                <a:solidFill>
                  <a:schemeClr val="bg2"/>
                </a:solidFill>
              </a:rPr>
              <a:t>CoAP</a:t>
            </a:r>
            <a:r>
              <a:rPr lang="en-US" sz="1000" dirty="0">
                <a:solidFill>
                  <a:schemeClr val="bg2"/>
                </a:solidFill>
                <a:hlinkClick r:id="rId9">
                  <a:extLst>
                    <a:ext uri="{A12FA001-AC4F-418D-AE19-62706E023703}">
                      <ahyp:hlinkClr xmlns:ahyp="http://schemas.microsoft.com/office/drawing/2018/hyperlinkcolor" val="tx"/>
                    </a:ext>
                  </a:extLst>
                </a:hlinkClick>
              </a:rPr>
              <a:t> </a:t>
            </a:r>
            <a:endParaRPr lang="en-US" sz="1000" dirty="0">
              <a:solidFill>
                <a:schemeClr val="bg2"/>
              </a:solidFill>
            </a:endParaRPr>
          </a:p>
        </p:txBody>
      </p:sp>
      <p:sp>
        <p:nvSpPr>
          <p:cNvPr id="27" name="TextBox 26">
            <a:extLst>
              <a:ext uri="{FF2B5EF4-FFF2-40B4-BE49-F238E27FC236}">
                <a16:creationId xmlns:a16="http://schemas.microsoft.com/office/drawing/2014/main" id="{6EAD208E-BB5E-3CA3-E8D6-B22273667D81}"/>
              </a:ext>
            </a:extLst>
          </p:cNvPr>
          <p:cNvSpPr txBox="1"/>
          <p:nvPr/>
        </p:nvSpPr>
        <p:spPr>
          <a:xfrm>
            <a:off x="5497750" y="1035356"/>
            <a:ext cx="1991907" cy="246221"/>
          </a:xfrm>
          <a:prstGeom prst="rect">
            <a:avLst/>
          </a:prstGeom>
          <a:noFill/>
        </p:spPr>
        <p:txBody>
          <a:bodyPr wrap="square">
            <a:spAutoFit/>
          </a:bodyPr>
          <a:lstStyle/>
          <a:p>
            <a:r>
              <a:rPr lang="en-US" sz="1000" b="1" dirty="0">
                <a:solidFill>
                  <a:schemeClr val="bg2"/>
                </a:solidFill>
                <a:hlinkClick r:id="rId10">
                  <a:extLst>
                    <a:ext uri="{A12FA001-AC4F-418D-AE19-62706E023703}">
                      <ahyp:hlinkClr xmlns:ahyp="http://schemas.microsoft.com/office/drawing/2018/hyperlinkcolor" val="tx"/>
                    </a:ext>
                  </a:extLst>
                </a:hlinkClick>
              </a:rPr>
              <a:t>RFC 9363</a:t>
            </a:r>
            <a:r>
              <a:rPr lang="en-US" sz="1000" b="1" dirty="0">
                <a:solidFill>
                  <a:schemeClr val="bg2"/>
                </a:solidFill>
              </a:rPr>
              <a:t> YANG Data Model</a:t>
            </a:r>
          </a:p>
        </p:txBody>
      </p:sp>
      <p:sp>
        <p:nvSpPr>
          <p:cNvPr id="29" name="TextBox 28">
            <a:extLst>
              <a:ext uri="{FF2B5EF4-FFF2-40B4-BE49-F238E27FC236}">
                <a16:creationId xmlns:a16="http://schemas.microsoft.com/office/drawing/2014/main" id="{43730933-EA20-DD65-836C-6B41D998D4BB}"/>
              </a:ext>
            </a:extLst>
          </p:cNvPr>
          <p:cNvSpPr txBox="1"/>
          <p:nvPr/>
        </p:nvSpPr>
        <p:spPr>
          <a:xfrm>
            <a:off x="584853" y="2714480"/>
            <a:ext cx="1658319" cy="246221"/>
          </a:xfrm>
          <a:prstGeom prst="rect">
            <a:avLst/>
          </a:prstGeom>
          <a:noFill/>
        </p:spPr>
        <p:txBody>
          <a:bodyPr wrap="square">
            <a:spAutoFit/>
          </a:bodyPr>
          <a:lstStyle/>
          <a:p>
            <a:r>
              <a:rPr lang="en-US" sz="1000" dirty="0">
                <a:solidFill>
                  <a:schemeClr val="bg2"/>
                </a:solidFill>
                <a:hlinkClick r:id="rId11">
                  <a:extLst>
                    <a:ext uri="{A12FA001-AC4F-418D-AE19-62706E023703}">
                      <ahyp:hlinkClr xmlns:ahyp="http://schemas.microsoft.com/office/drawing/2018/hyperlinkcolor" val="tx"/>
                    </a:ext>
                  </a:extLst>
                </a:hlinkClick>
              </a:rPr>
              <a:t>RFC 9391 </a:t>
            </a:r>
            <a:r>
              <a:rPr lang="en-US" sz="1000" dirty="0">
                <a:solidFill>
                  <a:schemeClr val="bg2"/>
                </a:solidFill>
              </a:rPr>
              <a:t>NB-IOT</a:t>
            </a:r>
          </a:p>
        </p:txBody>
      </p:sp>
      <p:sp>
        <p:nvSpPr>
          <p:cNvPr id="33" name="TextBox 32">
            <a:extLst>
              <a:ext uri="{FF2B5EF4-FFF2-40B4-BE49-F238E27FC236}">
                <a16:creationId xmlns:a16="http://schemas.microsoft.com/office/drawing/2014/main" id="{BBF2957F-A920-0E0A-6A58-2120AB3D39F4}"/>
              </a:ext>
            </a:extLst>
          </p:cNvPr>
          <p:cNvSpPr txBox="1"/>
          <p:nvPr/>
        </p:nvSpPr>
        <p:spPr>
          <a:xfrm>
            <a:off x="584853" y="2894787"/>
            <a:ext cx="1828845" cy="246221"/>
          </a:xfrm>
          <a:prstGeom prst="rect">
            <a:avLst/>
          </a:prstGeom>
          <a:noFill/>
        </p:spPr>
        <p:txBody>
          <a:bodyPr wrap="square">
            <a:spAutoFit/>
          </a:bodyPr>
          <a:lstStyle/>
          <a:p>
            <a:r>
              <a:rPr lang="en-US" sz="1000" dirty="0">
                <a:solidFill>
                  <a:schemeClr val="bg2"/>
                </a:solidFill>
                <a:hlinkClick r:id="rId12">
                  <a:extLst>
                    <a:ext uri="{A12FA001-AC4F-418D-AE19-62706E023703}">
                      <ahyp:hlinkClr xmlns:ahyp="http://schemas.microsoft.com/office/drawing/2018/hyperlinkcolor" val="tx"/>
                    </a:ext>
                  </a:extLst>
                </a:hlinkClick>
              </a:rPr>
              <a:t>RFC 9442 </a:t>
            </a:r>
            <a:r>
              <a:rPr lang="en-US" sz="1000" dirty="0">
                <a:solidFill>
                  <a:schemeClr val="bg2"/>
                </a:solidFill>
              </a:rPr>
              <a:t>Sigfox</a:t>
            </a:r>
          </a:p>
        </p:txBody>
      </p:sp>
      <p:sp>
        <p:nvSpPr>
          <p:cNvPr id="35" name="TextBox 34">
            <a:extLst>
              <a:ext uri="{FF2B5EF4-FFF2-40B4-BE49-F238E27FC236}">
                <a16:creationId xmlns:a16="http://schemas.microsoft.com/office/drawing/2014/main" id="{81368893-F098-FCAF-A1DF-00F407815B0B}"/>
              </a:ext>
            </a:extLst>
          </p:cNvPr>
          <p:cNvSpPr txBox="1"/>
          <p:nvPr/>
        </p:nvSpPr>
        <p:spPr>
          <a:xfrm>
            <a:off x="629274" y="1201968"/>
            <a:ext cx="2350659" cy="246221"/>
          </a:xfrm>
          <a:prstGeom prst="rect">
            <a:avLst/>
          </a:prstGeom>
          <a:noFill/>
        </p:spPr>
        <p:txBody>
          <a:bodyPr wrap="square">
            <a:spAutoFit/>
          </a:bodyPr>
          <a:lstStyle/>
          <a:p>
            <a:r>
              <a:rPr lang="en-US" sz="1000" b="1" dirty="0">
                <a:solidFill>
                  <a:schemeClr val="bg2"/>
                </a:solidFill>
                <a:hlinkClick r:id="rId13">
                  <a:extLst>
                    <a:ext uri="{A12FA001-AC4F-418D-AE19-62706E023703}">
                      <ahyp:hlinkClr xmlns:ahyp="http://schemas.microsoft.com/office/drawing/2018/hyperlinkcolor" val="tx"/>
                    </a:ext>
                  </a:extLst>
                </a:hlinkClick>
              </a:rPr>
              <a:t>RFC 9441 </a:t>
            </a:r>
            <a:r>
              <a:rPr lang="en-US" sz="1000" b="1" dirty="0">
                <a:solidFill>
                  <a:schemeClr val="bg2"/>
                </a:solidFill>
              </a:rPr>
              <a:t>Compound Ack</a:t>
            </a:r>
          </a:p>
        </p:txBody>
      </p:sp>
      <p:sp>
        <p:nvSpPr>
          <p:cNvPr id="40" name="TextBox 39">
            <a:extLst>
              <a:ext uri="{FF2B5EF4-FFF2-40B4-BE49-F238E27FC236}">
                <a16:creationId xmlns:a16="http://schemas.microsoft.com/office/drawing/2014/main" id="{9E590731-CD12-E470-2074-82E93166026D}"/>
              </a:ext>
            </a:extLst>
          </p:cNvPr>
          <p:cNvSpPr txBox="1"/>
          <p:nvPr/>
        </p:nvSpPr>
        <p:spPr>
          <a:xfrm>
            <a:off x="5493870" y="1406066"/>
            <a:ext cx="2396165" cy="246221"/>
          </a:xfrm>
          <a:prstGeom prst="rect">
            <a:avLst/>
          </a:prstGeom>
          <a:noFill/>
        </p:spPr>
        <p:txBody>
          <a:bodyPr wrap="square">
            <a:spAutoFit/>
          </a:bodyPr>
          <a:lstStyle/>
          <a:p>
            <a:r>
              <a:rPr lang="en-US" sz="1000" b="1" dirty="0">
                <a:solidFill>
                  <a:schemeClr val="bg2"/>
                </a:solidFill>
                <a:hlinkClick r:id="rId14">
                  <a:extLst>
                    <a:ext uri="{A12FA001-AC4F-418D-AE19-62706E023703}">
                      <ahyp:hlinkClr xmlns:ahyp="http://schemas.microsoft.com/office/drawing/2018/hyperlinkcolor" val="tx"/>
                    </a:ext>
                  </a:extLst>
                </a:hlinkClick>
              </a:rPr>
              <a:t>draft-ietf-schc-protocol-numbers-06 </a:t>
            </a:r>
            <a:endParaRPr lang="en-US" sz="1000" b="1" dirty="0">
              <a:solidFill>
                <a:schemeClr val="bg2"/>
              </a:solidFill>
            </a:endParaRPr>
          </a:p>
        </p:txBody>
      </p:sp>
      <p:sp>
        <p:nvSpPr>
          <p:cNvPr id="42" name="TextBox 41">
            <a:extLst>
              <a:ext uri="{FF2B5EF4-FFF2-40B4-BE49-F238E27FC236}">
                <a16:creationId xmlns:a16="http://schemas.microsoft.com/office/drawing/2014/main" id="{EE237C32-D59B-5FAE-FAAD-C2A5E7A030F0}"/>
              </a:ext>
            </a:extLst>
          </p:cNvPr>
          <p:cNvSpPr txBox="1"/>
          <p:nvPr/>
        </p:nvSpPr>
        <p:spPr>
          <a:xfrm>
            <a:off x="5493870" y="1792244"/>
            <a:ext cx="2280188" cy="246221"/>
          </a:xfrm>
          <a:prstGeom prst="rect">
            <a:avLst/>
          </a:prstGeom>
          <a:noFill/>
        </p:spPr>
        <p:txBody>
          <a:bodyPr wrap="square">
            <a:spAutoFit/>
          </a:bodyPr>
          <a:lstStyle/>
          <a:p>
            <a:r>
              <a:rPr lang="en-US" sz="1000" dirty="0">
                <a:solidFill>
                  <a:schemeClr val="bg2"/>
                </a:solidFill>
                <a:hlinkClick r:id="rId15">
                  <a:extLst>
                    <a:ext uri="{A12FA001-AC4F-418D-AE19-62706E023703}">
                      <ahyp:hlinkClr xmlns:ahyp="http://schemas.microsoft.com/office/drawing/2018/hyperlinkcolor" val="tx"/>
                    </a:ext>
                  </a:extLst>
                </a:hlinkClick>
              </a:rPr>
              <a:t>draft-pelov-schc-header-format-00 </a:t>
            </a:r>
            <a:endParaRPr lang="en-US" sz="1000" dirty="0">
              <a:solidFill>
                <a:schemeClr val="bg2"/>
              </a:solidFill>
            </a:endParaRPr>
          </a:p>
        </p:txBody>
      </p:sp>
      <p:sp>
        <p:nvSpPr>
          <p:cNvPr id="44" name="TextBox 43">
            <a:extLst>
              <a:ext uri="{FF2B5EF4-FFF2-40B4-BE49-F238E27FC236}">
                <a16:creationId xmlns:a16="http://schemas.microsoft.com/office/drawing/2014/main" id="{DEF18052-8183-83CD-48FF-5CBF0E2A24FA}"/>
              </a:ext>
            </a:extLst>
          </p:cNvPr>
          <p:cNvSpPr txBox="1"/>
          <p:nvPr/>
        </p:nvSpPr>
        <p:spPr>
          <a:xfrm>
            <a:off x="5493870" y="1601847"/>
            <a:ext cx="2202696" cy="246221"/>
          </a:xfrm>
          <a:prstGeom prst="rect">
            <a:avLst/>
          </a:prstGeom>
          <a:noFill/>
        </p:spPr>
        <p:txBody>
          <a:bodyPr wrap="square">
            <a:spAutoFit/>
          </a:bodyPr>
          <a:lstStyle/>
          <a:p>
            <a:r>
              <a:rPr lang="en-US" sz="1000" dirty="0">
                <a:solidFill>
                  <a:schemeClr val="bg2"/>
                </a:solidFill>
                <a:hlinkClick r:id="rId16">
                  <a:extLst>
                    <a:ext uri="{A12FA001-AC4F-418D-AE19-62706E023703}">
                      <ahyp:hlinkClr xmlns:ahyp="http://schemas.microsoft.com/office/drawing/2018/hyperlinkcolor" val="tx"/>
                    </a:ext>
                  </a:extLst>
                </a:hlinkClick>
              </a:rPr>
              <a:t>draft-lampin-voici-02 </a:t>
            </a:r>
            <a:endParaRPr lang="en-US" sz="1000" dirty="0">
              <a:solidFill>
                <a:schemeClr val="bg2"/>
              </a:solidFill>
            </a:endParaRPr>
          </a:p>
        </p:txBody>
      </p:sp>
      <p:sp>
        <p:nvSpPr>
          <p:cNvPr id="46" name="TextBox 45">
            <a:extLst>
              <a:ext uri="{FF2B5EF4-FFF2-40B4-BE49-F238E27FC236}">
                <a16:creationId xmlns:a16="http://schemas.microsoft.com/office/drawing/2014/main" id="{9EFF6F0B-63E5-BF73-30FA-505595D9764D}"/>
              </a:ext>
            </a:extLst>
          </p:cNvPr>
          <p:cNvSpPr txBox="1"/>
          <p:nvPr/>
        </p:nvSpPr>
        <p:spPr>
          <a:xfrm>
            <a:off x="5439508" y="3280379"/>
            <a:ext cx="2799381" cy="246221"/>
          </a:xfrm>
          <a:prstGeom prst="rect">
            <a:avLst/>
          </a:prstGeom>
          <a:noFill/>
        </p:spPr>
        <p:txBody>
          <a:bodyPr wrap="square">
            <a:spAutoFit/>
          </a:bodyPr>
          <a:lstStyle/>
          <a:p>
            <a:r>
              <a:rPr lang="en-US" sz="1000" dirty="0">
                <a:solidFill>
                  <a:schemeClr val="bg2"/>
                </a:solidFill>
                <a:hlinkClick r:id="rId17">
                  <a:extLst>
                    <a:ext uri="{A12FA001-AC4F-418D-AE19-62706E023703}">
                      <ahyp:hlinkClr xmlns:ahyp="http://schemas.microsoft.com/office/drawing/2018/hyperlinkcolor" val="tx"/>
                    </a:ext>
                  </a:extLst>
                </a:hlinkClick>
              </a:rPr>
              <a:t>draft-sirohi-schc-quic-frame-compression-00 </a:t>
            </a:r>
            <a:endParaRPr lang="en-US" sz="1000" dirty="0">
              <a:solidFill>
                <a:schemeClr val="bg2"/>
              </a:solidFill>
            </a:endParaRPr>
          </a:p>
        </p:txBody>
      </p:sp>
      <p:sp>
        <p:nvSpPr>
          <p:cNvPr id="49" name="TextBox 48">
            <a:extLst>
              <a:ext uri="{FF2B5EF4-FFF2-40B4-BE49-F238E27FC236}">
                <a16:creationId xmlns:a16="http://schemas.microsoft.com/office/drawing/2014/main" id="{7B0327F7-DDD0-CC19-A456-24C61DCB71F7}"/>
              </a:ext>
            </a:extLst>
          </p:cNvPr>
          <p:cNvSpPr txBox="1"/>
          <p:nvPr/>
        </p:nvSpPr>
        <p:spPr>
          <a:xfrm>
            <a:off x="639283" y="1877404"/>
            <a:ext cx="2690390" cy="246221"/>
          </a:xfrm>
          <a:prstGeom prst="rect">
            <a:avLst/>
          </a:prstGeom>
          <a:noFill/>
        </p:spPr>
        <p:txBody>
          <a:bodyPr wrap="square">
            <a:spAutoFit/>
          </a:bodyPr>
          <a:lstStyle/>
          <a:p>
            <a:r>
              <a:rPr lang="en-US" sz="1000" dirty="0">
                <a:solidFill>
                  <a:schemeClr val="bg2"/>
                </a:solidFill>
                <a:hlinkClick r:id="rId18">
                  <a:extLst>
                    <a:ext uri="{A12FA001-AC4F-418D-AE19-62706E023703}">
                      <ahyp:hlinkClr xmlns:ahyp="http://schemas.microsoft.com/office/drawing/2018/hyperlinkcolor" val="tx"/>
                    </a:ext>
                  </a:extLst>
                </a:hlinkClick>
              </a:rPr>
              <a:t>draft-westerlund-schc-compute-address-00 </a:t>
            </a:r>
            <a:endParaRPr lang="en-US" sz="1000" dirty="0">
              <a:solidFill>
                <a:schemeClr val="bg2"/>
              </a:solidFill>
            </a:endParaRPr>
          </a:p>
        </p:txBody>
      </p:sp>
      <p:sp>
        <p:nvSpPr>
          <p:cNvPr id="51" name="TextBox 50">
            <a:extLst>
              <a:ext uri="{FF2B5EF4-FFF2-40B4-BE49-F238E27FC236}">
                <a16:creationId xmlns:a16="http://schemas.microsoft.com/office/drawing/2014/main" id="{5CF531EC-86A1-B261-FB29-790E1F625020}"/>
              </a:ext>
            </a:extLst>
          </p:cNvPr>
          <p:cNvSpPr txBox="1"/>
          <p:nvPr/>
        </p:nvSpPr>
        <p:spPr>
          <a:xfrm>
            <a:off x="639283" y="1708383"/>
            <a:ext cx="2326701" cy="246221"/>
          </a:xfrm>
          <a:prstGeom prst="rect">
            <a:avLst/>
          </a:prstGeom>
          <a:noFill/>
        </p:spPr>
        <p:txBody>
          <a:bodyPr wrap="square">
            <a:spAutoFit/>
          </a:bodyPr>
          <a:lstStyle/>
          <a:p>
            <a:r>
              <a:rPr lang="en-US" sz="1000" dirty="0">
                <a:solidFill>
                  <a:schemeClr val="bg2"/>
                </a:solidFill>
                <a:hlinkClick r:id="rId19">
                  <a:extLst>
                    <a:ext uri="{A12FA001-AC4F-418D-AE19-62706E023703}">
                      <ahyp:hlinkClr xmlns:ahyp="http://schemas.microsoft.com/office/drawing/2018/hyperlinkcolor" val="tx"/>
                    </a:ext>
                  </a:extLst>
                </a:hlinkClick>
              </a:rPr>
              <a:t>draft-corneo-schc-ctx-mgmt-00 </a:t>
            </a:r>
            <a:endParaRPr lang="en-US" sz="1000" dirty="0">
              <a:solidFill>
                <a:schemeClr val="bg2"/>
              </a:solidFill>
            </a:endParaRPr>
          </a:p>
        </p:txBody>
      </p:sp>
      <p:sp>
        <p:nvSpPr>
          <p:cNvPr id="53" name="TextBox 52">
            <a:extLst>
              <a:ext uri="{FF2B5EF4-FFF2-40B4-BE49-F238E27FC236}">
                <a16:creationId xmlns:a16="http://schemas.microsoft.com/office/drawing/2014/main" id="{42274ED4-69DD-96B0-BCA6-C82B6CFE821C}"/>
              </a:ext>
            </a:extLst>
          </p:cNvPr>
          <p:cNvSpPr txBox="1"/>
          <p:nvPr/>
        </p:nvSpPr>
        <p:spPr>
          <a:xfrm>
            <a:off x="5439510" y="2689088"/>
            <a:ext cx="2086459" cy="246221"/>
          </a:xfrm>
          <a:prstGeom prst="rect">
            <a:avLst/>
          </a:prstGeom>
          <a:noFill/>
        </p:spPr>
        <p:txBody>
          <a:bodyPr wrap="square">
            <a:spAutoFit/>
          </a:bodyPr>
          <a:lstStyle/>
          <a:p>
            <a:r>
              <a:rPr lang="en-US" sz="1000" dirty="0">
                <a:solidFill>
                  <a:schemeClr val="bg2"/>
                </a:solidFill>
                <a:hlinkClick r:id="rId20">
                  <a:extLst>
                    <a:ext uri="{A12FA001-AC4F-418D-AE19-62706E023703}">
                      <ahyp:hlinkClr xmlns:ahyp="http://schemas.microsoft.com/office/drawing/2018/hyperlinkcolor" val="tx"/>
                    </a:ext>
                  </a:extLst>
                </a:hlinkClick>
              </a:rPr>
              <a:t>draft-ietf-ipsecme-diet-esp-10 </a:t>
            </a:r>
            <a:endParaRPr lang="en-US" sz="1000" dirty="0">
              <a:solidFill>
                <a:schemeClr val="bg2"/>
              </a:solidFill>
            </a:endParaRPr>
          </a:p>
        </p:txBody>
      </p:sp>
      <p:sp>
        <p:nvSpPr>
          <p:cNvPr id="55" name="TextBox 54">
            <a:extLst>
              <a:ext uri="{FF2B5EF4-FFF2-40B4-BE49-F238E27FC236}">
                <a16:creationId xmlns:a16="http://schemas.microsoft.com/office/drawing/2014/main" id="{A72E7313-689A-3F6E-4A5F-A23FF3A04598}"/>
              </a:ext>
            </a:extLst>
          </p:cNvPr>
          <p:cNvSpPr txBox="1"/>
          <p:nvPr/>
        </p:nvSpPr>
        <p:spPr>
          <a:xfrm>
            <a:off x="584853" y="3268981"/>
            <a:ext cx="1931476" cy="246221"/>
          </a:xfrm>
          <a:prstGeom prst="rect">
            <a:avLst/>
          </a:prstGeom>
          <a:noFill/>
        </p:spPr>
        <p:txBody>
          <a:bodyPr wrap="square">
            <a:spAutoFit/>
          </a:bodyPr>
          <a:lstStyle/>
          <a:p>
            <a:r>
              <a:rPr lang="en-US" sz="1000" dirty="0">
                <a:solidFill>
                  <a:schemeClr val="bg2"/>
                </a:solidFill>
                <a:hlinkClick r:id="rId21">
                  <a:extLst>
                    <a:ext uri="{A12FA001-AC4F-418D-AE19-62706E023703}">
                      <ahyp:hlinkClr xmlns:ahyp="http://schemas.microsoft.com/office/drawing/2018/hyperlinkcolor" val="tx"/>
                    </a:ext>
                  </a:extLst>
                </a:hlinkClick>
              </a:rPr>
              <a:t>draft-ietf-schc-over-ppp-00 </a:t>
            </a:r>
            <a:endParaRPr lang="en-US" sz="1000" dirty="0">
              <a:solidFill>
                <a:schemeClr val="bg2"/>
              </a:solidFill>
            </a:endParaRPr>
          </a:p>
        </p:txBody>
      </p:sp>
      <p:sp>
        <p:nvSpPr>
          <p:cNvPr id="57" name="TextBox 56">
            <a:extLst>
              <a:ext uri="{FF2B5EF4-FFF2-40B4-BE49-F238E27FC236}">
                <a16:creationId xmlns:a16="http://schemas.microsoft.com/office/drawing/2014/main" id="{A6B49909-B0EC-1205-B230-50C5C656D76C}"/>
              </a:ext>
            </a:extLst>
          </p:cNvPr>
          <p:cNvSpPr txBox="1"/>
          <p:nvPr/>
        </p:nvSpPr>
        <p:spPr>
          <a:xfrm>
            <a:off x="5439510" y="2899368"/>
            <a:ext cx="2442203" cy="246221"/>
          </a:xfrm>
          <a:prstGeom prst="rect">
            <a:avLst/>
          </a:prstGeom>
          <a:noFill/>
        </p:spPr>
        <p:txBody>
          <a:bodyPr wrap="square">
            <a:spAutoFit/>
          </a:bodyPr>
          <a:lstStyle/>
          <a:p>
            <a:r>
              <a:rPr lang="en-US" sz="1000" dirty="0">
                <a:solidFill>
                  <a:schemeClr val="bg2"/>
                </a:solidFill>
                <a:hlinkClick r:id="rId22">
                  <a:extLst>
                    <a:ext uri="{A12FA001-AC4F-418D-AE19-62706E023703}">
                      <ahyp:hlinkClr xmlns:ahyp="http://schemas.microsoft.com/office/drawing/2018/hyperlinkcolor" val="tx"/>
                    </a:ext>
                  </a:extLst>
                </a:hlinkClick>
              </a:rPr>
              <a:t>draft-ietf-schc-icmpv6-compression-02 </a:t>
            </a:r>
            <a:endParaRPr lang="en-US" sz="1000" dirty="0">
              <a:solidFill>
                <a:schemeClr val="bg2"/>
              </a:solidFill>
            </a:endParaRPr>
          </a:p>
        </p:txBody>
      </p:sp>
      <p:sp>
        <p:nvSpPr>
          <p:cNvPr id="59" name="TextBox 58">
            <a:extLst>
              <a:ext uri="{FF2B5EF4-FFF2-40B4-BE49-F238E27FC236}">
                <a16:creationId xmlns:a16="http://schemas.microsoft.com/office/drawing/2014/main" id="{B810DE82-CCC9-BB51-BB16-3CF9EF953A7F}"/>
              </a:ext>
            </a:extLst>
          </p:cNvPr>
          <p:cNvSpPr txBox="1"/>
          <p:nvPr/>
        </p:nvSpPr>
        <p:spPr>
          <a:xfrm>
            <a:off x="639283" y="1359401"/>
            <a:ext cx="2442203" cy="246221"/>
          </a:xfrm>
          <a:prstGeom prst="rect">
            <a:avLst/>
          </a:prstGeom>
          <a:noFill/>
        </p:spPr>
        <p:txBody>
          <a:bodyPr wrap="square">
            <a:spAutoFit/>
          </a:bodyPr>
          <a:lstStyle/>
          <a:p>
            <a:r>
              <a:rPr lang="en-US" sz="1000" b="1" dirty="0">
                <a:solidFill>
                  <a:schemeClr val="bg2"/>
                </a:solidFill>
                <a:hlinkClick r:id="rId23">
                  <a:extLst>
                    <a:ext uri="{A12FA001-AC4F-418D-AE19-62706E023703}">
                      <ahyp:hlinkClr xmlns:ahyp="http://schemas.microsoft.com/office/drawing/2018/hyperlinkcolor" val="tx"/>
                    </a:ext>
                  </a:extLst>
                </a:hlinkClick>
              </a:rPr>
              <a:t>draft-ietf-schc-universal-option-01 </a:t>
            </a:r>
            <a:endParaRPr lang="en-US" sz="1000" b="1" dirty="0">
              <a:solidFill>
                <a:schemeClr val="bg2"/>
              </a:solidFill>
            </a:endParaRPr>
          </a:p>
        </p:txBody>
      </p:sp>
      <p:sp>
        <p:nvSpPr>
          <p:cNvPr id="60" name="TextBox 59">
            <a:extLst>
              <a:ext uri="{FF2B5EF4-FFF2-40B4-BE49-F238E27FC236}">
                <a16:creationId xmlns:a16="http://schemas.microsoft.com/office/drawing/2014/main" id="{97174DA9-B70F-78A1-B11B-F15407426B58}"/>
              </a:ext>
            </a:extLst>
          </p:cNvPr>
          <p:cNvSpPr txBox="1"/>
          <p:nvPr/>
        </p:nvSpPr>
        <p:spPr>
          <a:xfrm>
            <a:off x="401925" y="831416"/>
            <a:ext cx="3156633" cy="307777"/>
          </a:xfrm>
          <a:prstGeom prst="rect">
            <a:avLst/>
          </a:prstGeom>
          <a:noFill/>
        </p:spPr>
        <p:txBody>
          <a:bodyPr wrap="none" rtlCol="0">
            <a:spAutoFit/>
          </a:bodyPr>
          <a:lstStyle/>
          <a:p>
            <a:r>
              <a:rPr lang="en-US" dirty="0"/>
              <a:t>SCHC Framework Core + Extensions</a:t>
            </a:r>
          </a:p>
        </p:txBody>
      </p:sp>
      <p:sp>
        <p:nvSpPr>
          <p:cNvPr id="61" name="TextBox 60">
            <a:extLst>
              <a:ext uri="{FF2B5EF4-FFF2-40B4-BE49-F238E27FC236}">
                <a16:creationId xmlns:a16="http://schemas.microsoft.com/office/drawing/2014/main" id="{29AB77C9-00FE-CF3B-BAAA-560B78ACDF7D}"/>
              </a:ext>
            </a:extLst>
          </p:cNvPr>
          <p:cNvSpPr txBox="1"/>
          <p:nvPr/>
        </p:nvSpPr>
        <p:spPr>
          <a:xfrm>
            <a:off x="406755" y="2322164"/>
            <a:ext cx="1609736" cy="307777"/>
          </a:xfrm>
          <a:prstGeom prst="rect">
            <a:avLst/>
          </a:prstGeom>
          <a:noFill/>
        </p:spPr>
        <p:txBody>
          <a:bodyPr wrap="none" rtlCol="0">
            <a:spAutoFit/>
          </a:bodyPr>
          <a:lstStyle/>
          <a:p>
            <a:r>
              <a:rPr lang="en-US" dirty="0"/>
              <a:t>SCHC Adapted to</a:t>
            </a:r>
          </a:p>
        </p:txBody>
      </p:sp>
      <p:sp>
        <p:nvSpPr>
          <p:cNvPr id="62" name="TextBox 61">
            <a:extLst>
              <a:ext uri="{FF2B5EF4-FFF2-40B4-BE49-F238E27FC236}">
                <a16:creationId xmlns:a16="http://schemas.microsoft.com/office/drawing/2014/main" id="{6173866D-81AE-7972-77DD-419981E8437D}"/>
              </a:ext>
            </a:extLst>
          </p:cNvPr>
          <p:cNvSpPr txBox="1"/>
          <p:nvPr/>
        </p:nvSpPr>
        <p:spPr>
          <a:xfrm>
            <a:off x="5318234" y="2322164"/>
            <a:ext cx="1590500" cy="307777"/>
          </a:xfrm>
          <a:prstGeom prst="rect">
            <a:avLst/>
          </a:prstGeom>
          <a:noFill/>
        </p:spPr>
        <p:txBody>
          <a:bodyPr wrap="none" rtlCol="0">
            <a:spAutoFit/>
          </a:bodyPr>
          <a:lstStyle/>
          <a:p>
            <a:r>
              <a:rPr lang="en-US" dirty="0"/>
              <a:t>SCHC Applied to</a:t>
            </a:r>
          </a:p>
        </p:txBody>
      </p:sp>
      <p:sp>
        <p:nvSpPr>
          <p:cNvPr id="63" name="TextBox 62">
            <a:extLst>
              <a:ext uri="{FF2B5EF4-FFF2-40B4-BE49-F238E27FC236}">
                <a16:creationId xmlns:a16="http://schemas.microsoft.com/office/drawing/2014/main" id="{2CB69C14-50D2-89C2-90FA-C0A523938FE2}"/>
              </a:ext>
            </a:extLst>
          </p:cNvPr>
          <p:cNvSpPr txBox="1"/>
          <p:nvPr/>
        </p:nvSpPr>
        <p:spPr>
          <a:xfrm>
            <a:off x="5322410" y="829405"/>
            <a:ext cx="1917513" cy="307777"/>
          </a:xfrm>
          <a:prstGeom prst="rect">
            <a:avLst/>
          </a:prstGeom>
          <a:noFill/>
        </p:spPr>
        <p:txBody>
          <a:bodyPr wrap="none" rtlCol="0">
            <a:spAutoFit/>
          </a:bodyPr>
          <a:lstStyle/>
          <a:p>
            <a:r>
              <a:rPr lang="en-US" dirty="0"/>
              <a:t>SCHC Interoperability</a:t>
            </a:r>
          </a:p>
        </p:txBody>
      </p:sp>
      <p:sp>
        <p:nvSpPr>
          <p:cNvPr id="64" name="TextBox 63">
            <a:extLst>
              <a:ext uri="{FF2B5EF4-FFF2-40B4-BE49-F238E27FC236}">
                <a16:creationId xmlns:a16="http://schemas.microsoft.com/office/drawing/2014/main" id="{0AF20ECC-3DF0-DBA7-8507-642F8BE7F8C2}"/>
              </a:ext>
            </a:extLst>
          </p:cNvPr>
          <p:cNvSpPr txBox="1"/>
          <p:nvPr/>
        </p:nvSpPr>
        <p:spPr>
          <a:xfrm>
            <a:off x="1613812" y="4284257"/>
            <a:ext cx="1160895" cy="276999"/>
          </a:xfrm>
          <a:prstGeom prst="rect">
            <a:avLst/>
          </a:prstGeom>
          <a:noFill/>
        </p:spPr>
        <p:txBody>
          <a:bodyPr wrap="none" rtlCol="0">
            <a:spAutoFit/>
          </a:bodyPr>
          <a:lstStyle/>
          <a:p>
            <a:r>
              <a:rPr lang="en-US" sz="1200" b="1" dirty="0"/>
              <a:t>Informational</a:t>
            </a:r>
          </a:p>
        </p:txBody>
      </p:sp>
      <p:sp>
        <p:nvSpPr>
          <p:cNvPr id="77" name="TextBox 76">
            <a:extLst>
              <a:ext uri="{FF2B5EF4-FFF2-40B4-BE49-F238E27FC236}">
                <a16:creationId xmlns:a16="http://schemas.microsoft.com/office/drawing/2014/main" id="{72FF8207-64C8-1B9F-8925-04BD0DC034F5}"/>
              </a:ext>
            </a:extLst>
          </p:cNvPr>
          <p:cNvSpPr txBox="1"/>
          <p:nvPr/>
        </p:nvSpPr>
        <p:spPr>
          <a:xfrm>
            <a:off x="4037809" y="3898596"/>
            <a:ext cx="3852226" cy="830997"/>
          </a:xfrm>
          <a:prstGeom prst="rect">
            <a:avLst/>
          </a:prstGeom>
          <a:noFill/>
        </p:spPr>
        <p:txBody>
          <a:bodyPr wrap="square">
            <a:spAutoFit/>
          </a:bodyPr>
          <a:lstStyle/>
          <a:p>
            <a:pPr lvl="1">
              <a:buFont typeface="Montserrat"/>
              <a:buChar char="●"/>
              <a:defRPr/>
            </a:pPr>
            <a:r>
              <a:rPr lang="en-US" sz="1200" dirty="0">
                <a:solidFill>
                  <a:srgbClr val="002D3C"/>
                </a:solidFill>
                <a:latin typeface="Palatino" pitchFamily="2" charset="77"/>
                <a:ea typeface="Palatino" pitchFamily="2" charset="77"/>
              </a:rPr>
              <a:t> Document SCHC (Generic: LPWAN and other uses)</a:t>
            </a:r>
          </a:p>
          <a:p>
            <a:pPr lvl="1">
              <a:buFont typeface="Montserrat"/>
              <a:buChar char="●"/>
              <a:defRPr/>
            </a:pPr>
            <a:r>
              <a:rPr kumimoji="0" lang="en-US" sz="1200" b="0" i="0" u="none" strike="noStrike" kern="0" cap="none" spc="0" normalizeH="0" baseline="0" noProof="0" dirty="0">
                <a:ln>
                  <a:noFill/>
                </a:ln>
                <a:solidFill>
                  <a:srgbClr val="002D3C"/>
                </a:solidFill>
                <a:effectLst/>
                <a:uLnTx/>
                <a:uFillTx/>
                <a:latin typeface="Palatino" pitchFamily="2" charset="77"/>
                <a:ea typeface="Palatino" pitchFamily="2" charset="77"/>
              </a:rPr>
              <a:t> Clear terminology</a:t>
            </a:r>
            <a:endParaRPr lang="en-US" sz="1200" dirty="0">
              <a:solidFill>
                <a:srgbClr val="002D3C"/>
              </a:solidFill>
              <a:latin typeface="Palatino" pitchFamily="2" charset="77"/>
              <a:ea typeface="Palatino" pitchFamily="2" charset="77"/>
            </a:endParaRPr>
          </a:p>
          <a:p>
            <a:pPr lvl="1">
              <a:buFont typeface="Montserrat"/>
              <a:buChar char="●"/>
              <a:defRPr/>
            </a:pPr>
            <a:r>
              <a:rPr kumimoji="0" lang="en-US" sz="1200" b="0" i="0" u="none" strike="noStrike" kern="0" cap="none" spc="0" normalizeH="0" baseline="0" noProof="0" dirty="0">
                <a:ln>
                  <a:noFill/>
                </a:ln>
                <a:solidFill>
                  <a:srgbClr val="002D3C"/>
                </a:solidFill>
                <a:effectLst/>
                <a:uLnTx/>
                <a:uFillTx/>
                <a:latin typeface="Palatino" pitchFamily="2" charset="77"/>
                <a:ea typeface="Palatino" pitchFamily="2" charset="77"/>
              </a:rPr>
              <a:t> Cover simple, as well as more advanced use-cases</a:t>
            </a:r>
          </a:p>
          <a:p>
            <a:pPr lvl="1">
              <a:buFont typeface="Montserrat"/>
              <a:buChar char="●"/>
              <a:defRPr/>
            </a:pPr>
            <a:r>
              <a:rPr lang="en-US" sz="1200" dirty="0">
                <a:solidFill>
                  <a:srgbClr val="002D3C"/>
                </a:solidFill>
                <a:latin typeface="Palatino" pitchFamily="2" charset="77"/>
                <a:ea typeface="Palatino" pitchFamily="2" charset="77"/>
              </a:rPr>
              <a:t> Entry-point for non-SCHC people (KISS)</a:t>
            </a:r>
            <a:endParaRPr kumimoji="0" lang="en-US" sz="1200" b="0" i="0" u="none" strike="noStrike" kern="0" cap="none" spc="0" normalizeH="0" baseline="0" noProof="0" dirty="0">
              <a:ln>
                <a:noFill/>
              </a:ln>
              <a:solidFill>
                <a:srgbClr val="002D3C"/>
              </a:solidFill>
              <a:effectLst/>
              <a:uLnTx/>
              <a:uFillTx/>
              <a:latin typeface="Palatino" pitchFamily="2" charset="77"/>
              <a:ea typeface="Palatino" pitchFamily="2" charset="77"/>
            </a:endParaRPr>
          </a:p>
        </p:txBody>
      </p:sp>
    </p:spTree>
    <p:extLst>
      <p:ext uri="{BB962C8B-B14F-4D97-AF65-F5344CB8AC3E}">
        <p14:creationId xmlns:p14="http://schemas.microsoft.com/office/powerpoint/2010/main" val="6265061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A5267-7BD3-015C-5B23-3A8545B037BE}"/>
              </a:ext>
            </a:extLst>
          </p:cNvPr>
          <p:cNvSpPr>
            <a:spLocks noGrp="1"/>
          </p:cNvSpPr>
          <p:nvPr>
            <p:ph type="title"/>
          </p:nvPr>
        </p:nvSpPr>
        <p:spPr/>
        <p:txBody>
          <a:bodyPr/>
          <a:lstStyle/>
          <a:p>
            <a:r>
              <a:rPr lang="en-US" sz="2400" dirty="0"/>
              <a:t>Take-away from today</a:t>
            </a:r>
          </a:p>
        </p:txBody>
      </p:sp>
      <p:sp>
        <p:nvSpPr>
          <p:cNvPr id="3" name="Content Placeholder 2">
            <a:extLst>
              <a:ext uri="{FF2B5EF4-FFF2-40B4-BE49-F238E27FC236}">
                <a16:creationId xmlns:a16="http://schemas.microsoft.com/office/drawing/2014/main" id="{736CBDEB-F1A9-E1DD-581F-41A1A623B62E}"/>
              </a:ext>
            </a:extLst>
          </p:cNvPr>
          <p:cNvSpPr>
            <a:spLocks noGrp="1"/>
          </p:cNvSpPr>
          <p:nvPr>
            <p:ph sz="quarter" idx="13"/>
          </p:nvPr>
        </p:nvSpPr>
        <p:spPr>
          <a:xfrm>
            <a:off x="729168" y="957344"/>
            <a:ext cx="8195757" cy="3780910"/>
          </a:xfrm>
        </p:spPr>
        <p:txBody>
          <a:bodyPr>
            <a:normAutofit fontScale="77500" lnSpcReduction="20000"/>
          </a:bodyPr>
          <a:lstStyle/>
          <a:p>
            <a:pPr marL="114300" indent="0">
              <a:buNone/>
            </a:pPr>
            <a:r>
              <a:rPr lang="en-US" sz="2100" dirty="0">
                <a:solidFill>
                  <a:schemeClr val="bg2"/>
                </a:solidFill>
              </a:rPr>
              <a:t>How -06 impacts existing documents</a:t>
            </a:r>
          </a:p>
          <a:p>
            <a:pPr marL="114300" indent="0">
              <a:buNone/>
            </a:pPr>
            <a:endParaRPr lang="en-US" dirty="0">
              <a:solidFill>
                <a:schemeClr val="bg2"/>
              </a:solidFill>
            </a:endParaRPr>
          </a:p>
          <a:p>
            <a:pPr>
              <a:buFont typeface="Wingdings" pitchFamily="2" charset="2"/>
              <a:buChar char="à"/>
            </a:pPr>
            <a:r>
              <a:rPr lang="en-US" dirty="0">
                <a:solidFill>
                  <a:schemeClr val="bg2"/>
                </a:solidFill>
              </a:rPr>
              <a:t>Automatically processed 7 RFCs and 17 drafts against -06 version (Claude, Gemini, meta-analysis with Codex) </a:t>
            </a:r>
          </a:p>
          <a:p>
            <a:endParaRPr lang="en-US" dirty="0">
              <a:solidFill>
                <a:schemeClr val="bg2"/>
              </a:solidFill>
            </a:endParaRPr>
          </a:p>
          <a:p>
            <a:pPr marL="114300" indent="0">
              <a:buNone/>
            </a:pPr>
            <a:r>
              <a:rPr lang="en-US" dirty="0">
                <a:solidFill>
                  <a:schemeClr val="bg2"/>
                </a:solidFill>
              </a:rPr>
              <a:t>✅ For all 7 RFCs - all concepts, roles, communication patterns, rule structures, and fragmentation mechanisms map directly or compositely to SCHC architecture -06</a:t>
            </a:r>
          </a:p>
          <a:p>
            <a:pPr marL="114300" indent="0">
              <a:buNone/>
            </a:pPr>
            <a:r>
              <a:rPr lang="en-US" dirty="0">
                <a:solidFill>
                  <a:schemeClr val="bg2"/>
                </a:solidFill>
              </a:rPr>
              <a:t>✅ All 17 drafts map onto the architecture with High or Very High conceptual equivalence</a:t>
            </a:r>
          </a:p>
          <a:p>
            <a:pPr marL="114300" indent="0">
              <a:buNone/>
            </a:pPr>
            <a:r>
              <a:rPr lang="en-US" dirty="0">
                <a:solidFill>
                  <a:schemeClr val="bg2"/>
                </a:solidFill>
              </a:rPr>
              <a:t>✅ 14 Easy, 3 Medium, 0 Hard - the bulk is terminology alignment, not technical rework</a:t>
            </a:r>
          </a:p>
          <a:p>
            <a:endParaRPr lang="en-US" dirty="0">
              <a:solidFill>
                <a:schemeClr val="bg2"/>
              </a:solidFill>
            </a:endParaRPr>
          </a:p>
          <a:p>
            <a:r>
              <a:rPr lang="en-US" dirty="0">
                <a:solidFill>
                  <a:schemeClr val="bg2"/>
                </a:solidFill>
              </a:rPr>
              <a:t>With diff suggestions</a:t>
            </a:r>
          </a:p>
          <a:p>
            <a:pPr lvl="1"/>
            <a:r>
              <a:rPr lang="en-US" dirty="0">
                <a:solidFill>
                  <a:schemeClr val="bg2"/>
                </a:solidFill>
                <a:hlinkClick r:id="rId2"/>
              </a:rPr>
              <a:t>https://github.com/lp-wan/archi/tree/main/archi-06-document-analysis</a:t>
            </a:r>
            <a:endParaRPr lang="en-US" dirty="0">
              <a:solidFill>
                <a:schemeClr val="bg2"/>
              </a:solidFill>
            </a:endParaRPr>
          </a:p>
          <a:p>
            <a:pPr lvl="1"/>
            <a:endParaRPr lang="en-US" dirty="0">
              <a:solidFill>
                <a:schemeClr val="bg2"/>
              </a:solidFill>
            </a:endParaRPr>
          </a:p>
          <a:p>
            <a:r>
              <a:rPr lang="en-US" dirty="0">
                <a:solidFill>
                  <a:schemeClr val="bg2"/>
                </a:solidFill>
              </a:rPr>
              <a:t>The work continues </a:t>
            </a:r>
          </a:p>
        </p:txBody>
      </p:sp>
    </p:spTree>
    <p:extLst>
      <p:ext uri="{BB962C8B-B14F-4D97-AF65-F5344CB8AC3E}">
        <p14:creationId xmlns:p14="http://schemas.microsoft.com/office/powerpoint/2010/main" val="27376384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5BDE1-1ED0-5D07-7EB5-AA05E169EE2A}"/>
              </a:ext>
            </a:extLst>
          </p:cNvPr>
          <p:cNvSpPr>
            <a:spLocks noGrp="1"/>
          </p:cNvSpPr>
          <p:nvPr>
            <p:ph type="title"/>
          </p:nvPr>
        </p:nvSpPr>
        <p:spPr/>
        <p:txBody>
          <a:bodyPr/>
          <a:lstStyle/>
          <a:p>
            <a:r>
              <a:rPr lang="en-US" sz="2400" dirty="0"/>
              <a:t>The Contents</a:t>
            </a:r>
          </a:p>
        </p:txBody>
      </p:sp>
      <p:pic>
        <p:nvPicPr>
          <p:cNvPr id="4" name="Picture 3">
            <a:extLst>
              <a:ext uri="{FF2B5EF4-FFF2-40B4-BE49-F238E27FC236}">
                <a16:creationId xmlns:a16="http://schemas.microsoft.com/office/drawing/2014/main" id="{BB62DFD7-33EF-4207-811C-CC8753242E17}"/>
              </a:ext>
            </a:extLst>
          </p:cNvPr>
          <p:cNvPicPr>
            <a:picLocks noChangeAspect="1"/>
          </p:cNvPicPr>
          <p:nvPr/>
        </p:nvPicPr>
        <p:blipFill>
          <a:blip r:embed="rId2"/>
          <a:stretch>
            <a:fillRect/>
          </a:stretch>
        </p:blipFill>
        <p:spPr>
          <a:xfrm>
            <a:off x="96771" y="1447165"/>
            <a:ext cx="4825728" cy="3137039"/>
          </a:xfrm>
          <a:prstGeom prst="rect">
            <a:avLst/>
          </a:prstGeom>
        </p:spPr>
      </p:pic>
      <p:pic>
        <p:nvPicPr>
          <p:cNvPr id="5" name="Picture 4">
            <a:extLst>
              <a:ext uri="{FF2B5EF4-FFF2-40B4-BE49-F238E27FC236}">
                <a16:creationId xmlns:a16="http://schemas.microsoft.com/office/drawing/2014/main" id="{7C1695FF-A6F8-09DB-0429-8C383D3DA776}"/>
              </a:ext>
            </a:extLst>
          </p:cNvPr>
          <p:cNvPicPr>
            <a:picLocks noChangeAspect="1"/>
          </p:cNvPicPr>
          <p:nvPr/>
        </p:nvPicPr>
        <p:blipFill>
          <a:blip r:embed="rId3"/>
          <a:stretch>
            <a:fillRect/>
          </a:stretch>
        </p:blipFill>
        <p:spPr>
          <a:xfrm>
            <a:off x="4964064" y="1455478"/>
            <a:ext cx="3960861" cy="1179942"/>
          </a:xfrm>
          <a:prstGeom prst="rect">
            <a:avLst/>
          </a:prstGeom>
        </p:spPr>
      </p:pic>
      <p:sp>
        <p:nvSpPr>
          <p:cNvPr id="10" name="TextBox 9">
            <a:extLst>
              <a:ext uri="{FF2B5EF4-FFF2-40B4-BE49-F238E27FC236}">
                <a16:creationId xmlns:a16="http://schemas.microsoft.com/office/drawing/2014/main" id="{F5065800-274B-2B49-45B2-4D230BAD246C}"/>
              </a:ext>
            </a:extLst>
          </p:cNvPr>
          <p:cNvSpPr txBox="1"/>
          <p:nvPr/>
        </p:nvSpPr>
        <p:spPr>
          <a:xfrm>
            <a:off x="91424" y="787492"/>
            <a:ext cx="8894634" cy="923330"/>
          </a:xfrm>
          <a:prstGeom prst="rect">
            <a:avLst/>
          </a:prstGeom>
          <a:noFill/>
        </p:spPr>
        <p:txBody>
          <a:bodyPr wrap="square">
            <a:spAutoFit/>
          </a:bodyPr>
          <a:lstStyle/>
          <a:p>
            <a:r>
              <a:rPr lang="en-US" sz="1500" dirty="0">
                <a:solidFill>
                  <a:srgbClr val="002D3C"/>
                </a:solidFill>
                <a:latin typeface="Montserrat"/>
              </a:rPr>
              <a:t>A new structure designed to introduce the main entities and their relationships right from the first few pages</a:t>
            </a:r>
          </a:p>
          <a:p>
            <a:br>
              <a:rPr lang="en-US" sz="1200" dirty="0"/>
            </a:br>
            <a:endParaRPr lang="en-US" sz="1200" dirty="0"/>
          </a:p>
        </p:txBody>
      </p:sp>
    </p:spTree>
    <p:extLst>
      <p:ext uri="{BB962C8B-B14F-4D97-AF65-F5344CB8AC3E}">
        <p14:creationId xmlns:p14="http://schemas.microsoft.com/office/powerpoint/2010/main" val="2725073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5728B-38F0-F2B8-B5F4-EC16106714B5}"/>
              </a:ext>
            </a:extLst>
          </p:cNvPr>
          <p:cNvSpPr>
            <a:spLocks noGrp="1"/>
          </p:cNvSpPr>
          <p:nvPr>
            <p:ph type="title"/>
          </p:nvPr>
        </p:nvSpPr>
        <p:spPr/>
        <p:txBody>
          <a:bodyPr/>
          <a:lstStyle/>
          <a:p>
            <a:r>
              <a:rPr lang="en-US" sz="2400" dirty="0"/>
              <a:t>Basic SCHC Architecture</a:t>
            </a:r>
          </a:p>
        </p:txBody>
      </p:sp>
      <p:pic>
        <p:nvPicPr>
          <p:cNvPr id="4" name="Content Placeholder 3">
            <a:extLst>
              <a:ext uri="{FF2B5EF4-FFF2-40B4-BE49-F238E27FC236}">
                <a16:creationId xmlns:a16="http://schemas.microsoft.com/office/drawing/2014/main" id="{A785C140-EBE6-0A48-AEDE-423C654B7BE6}"/>
              </a:ext>
            </a:extLst>
          </p:cNvPr>
          <p:cNvPicPr>
            <a:picLocks noGrp="1" noChangeAspect="1"/>
          </p:cNvPicPr>
          <p:nvPr>
            <p:ph sz="quarter" idx="13"/>
          </p:nvPr>
        </p:nvPicPr>
        <p:blipFill>
          <a:blip r:embed="rId2"/>
          <a:stretch>
            <a:fillRect/>
          </a:stretch>
        </p:blipFill>
        <p:spPr>
          <a:xfrm>
            <a:off x="121854" y="849312"/>
            <a:ext cx="4438043" cy="3444875"/>
          </a:xfrm>
          <a:prstGeom prst="rect">
            <a:avLst/>
          </a:prstGeom>
        </p:spPr>
      </p:pic>
      <p:cxnSp>
        <p:nvCxnSpPr>
          <p:cNvPr id="6" name="Straight Arrow Connector 5">
            <a:extLst>
              <a:ext uri="{FF2B5EF4-FFF2-40B4-BE49-F238E27FC236}">
                <a16:creationId xmlns:a16="http://schemas.microsoft.com/office/drawing/2014/main" id="{4D874928-AC39-CF41-B2D7-3AF588F1B2B8}"/>
              </a:ext>
            </a:extLst>
          </p:cNvPr>
          <p:cNvCxnSpPr>
            <a:cxnSpLocks/>
          </p:cNvCxnSpPr>
          <p:nvPr/>
        </p:nvCxnSpPr>
        <p:spPr>
          <a:xfrm flipV="1">
            <a:off x="3676155" y="1088008"/>
            <a:ext cx="987270" cy="176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B304C4CB-2C31-D3BC-0C81-1FCC284F4AA6}"/>
              </a:ext>
            </a:extLst>
          </p:cNvPr>
          <p:cNvSpPr txBox="1"/>
          <p:nvPr/>
        </p:nvSpPr>
        <p:spPr>
          <a:xfrm>
            <a:off x="4696213" y="828167"/>
            <a:ext cx="2510919" cy="646331"/>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A logical entity that provides SCHC functionality by hosting the SCHC processing code.</a:t>
            </a:r>
          </a:p>
        </p:txBody>
      </p:sp>
      <p:cxnSp>
        <p:nvCxnSpPr>
          <p:cNvPr id="11" name="Straight Arrow Connector 10">
            <a:extLst>
              <a:ext uri="{FF2B5EF4-FFF2-40B4-BE49-F238E27FC236}">
                <a16:creationId xmlns:a16="http://schemas.microsoft.com/office/drawing/2014/main" id="{2A62816A-3E40-8FBA-37FE-A230DC411B92}"/>
              </a:ext>
            </a:extLst>
          </p:cNvPr>
          <p:cNvCxnSpPr>
            <a:cxnSpLocks/>
          </p:cNvCxnSpPr>
          <p:nvPr/>
        </p:nvCxnSpPr>
        <p:spPr>
          <a:xfrm>
            <a:off x="3801386" y="1474498"/>
            <a:ext cx="894828" cy="2986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85462C54-712A-4873-4537-16FD5B435D4C}"/>
              </a:ext>
            </a:extLst>
          </p:cNvPr>
          <p:cNvSpPr txBox="1"/>
          <p:nvPr/>
        </p:nvSpPr>
        <p:spPr>
          <a:xfrm>
            <a:off x="4696213" y="1546253"/>
            <a:ext cx="2605953" cy="830997"/>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A logical component of an Endpoint that executes the actual SCHC operations (C/D, F&amp;R)</a:t>
            </a:r>
          </a:p>
        </p:txBody>
      </p:sp>
      <p:cxnSp>
        <p:nvCxnSpPr>
          <p:cNvPr id="17" name="Straight Arrow Connector 16">
            <a:extLst>
              <a:ext uri="{FF2B5EF4-FFF2-40B4-BE49-F238E27FC236}">
                <a16:creationId xmlns:a16="http://schemas.microsoft.com/office/drawing/2014/main" id="{A80070D0-F2FD-46BA-5C5A-0CAE3BE87D9F}"/>
              </a:ext>
            </a:extLst>
          </p:cNvPr>
          <p:cNvCxnSpPr>
            <a:cxnSpLocks/>
          </p:cNvCxnSpPr>
          <p:nvPr/>
        </p:nvCxnSpPr>
        <p:spPr>
          <a:xfrm>
            <a:off x="3801386" y="2377250"/>
            <a:ext cx="898700" cy="4771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567DCA20-9FB0-781A-62D0-BD5ED34C4C4E}"/>
              </a:ext>
            </a:extLst>
          </p:cNvPr>
          <p:cNvSpPr txBox="1"/>
          <p:nvPr/>
        </p:nvSpPr>
        <p:spPr>
          <a:xfrm>
            <a:off x="4696213" y="2747004"/>
            <a:ext cx="1609022" cy="276999"/>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err="1"/>
              <a:t>SoR</a:t>
            </a:r>
            <a:r>
              <a:rPr lang="en-US" dirty="0"/>
              <a:t> + Metadata</a:t>
            </a:r>
          </a:p>
        </p:txBody>
      </p:sp>
      <p:cxnSp>
        <p:nvCxnSpPr>
          <p:cNvPr id="19" name="Straight Arrow Connector 18">
            <a:extLst>
              <a:ext uri="{FF2B5EF4-FFF2-40B4-BE49-F238E27FC236}">
                <a16:creationId xmlns:a16="http://schemas.microsoft.com/office/drawing/2014/main" id="{E88CDE70-3D6F-B26B-CCE2-45705F14B954}"/>
              </a:ext>
            </a:extLst>
          </p:cNvPr>
          <p:cNvCxnSpPr>
            <a:cxnSpLocks/>
            <a:endCxn id="23" idx="1"/>
          </p:cNvCxnSpPr>
          <p:nvPr/>
        </p:nvCxnSpPr>
        <p:spPr>
          <a:xfrm>
            <a:off x="3676155" y="4128075"/>
            <a:ext cx="987269" cy="1266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9201B029-0E45-7AC6-CA8C-C86CD73EE449}"/>
              </a:ext>
            </a:extLst>
          </p:cNvPr>
          <p:cNvSpPr txBox="1"/>
          <p:nvPr/>
        </p:nvSpPr>
        <p:spPr>
          <a:xfrm>
            <a:off x="4663424" y="4116177"/>
            <a:ext cx="3836339" cy="276999"/>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Dynamic or implicit communication sessions</a:t>
            </a:r>
          </a:p>
        </p:txBody>
      </p:sp>
      <p:sp>
        <p:nvSpPr>
          <p:cNvPr id="27" name="TextBox 26">
            <a:extLst>
              <a:ext uri="{FF2B5EF4-FFF2-40B4-BE49-F238E27FC236}">
                <a16:creationId xmlns:a16="http://schemas.microsoft.com/office/drawing/2014/main" id="{AA938339-6E28-32BA-CBF9-85F874F85BEA}"/>
              </a:ext>
            </a:extLst>
          </p:cNvPr>
          <p:cNvSpPr txBox="1"/>
          <p:nvPr/>
        </p:nvSpPr>
        <p:spPr>
          <a:xfrm>
            <a:off x="7479763" y="828167"/>
            <a:ext cx="1548764" cy="646331"/>
          </a:xfrm>
          <a:prstGeom prst="rect">
            <a:avLst/>
          </a:prstGeom>
          <a:noFill/>
        </p:spPr>
        <p:txBody>
          <a:bodyPr wrap="square">
            <a:spAutoFit/>
          </a:bodyPr>
          <a:lstStyle/>
          <a:p>
            <a:pPr>
              <a:buNone/>
            </a:pPr>
            <a:r>
              <a:rPr lang="en-US" sz="1200" dirty="0">
                <a:solidFill>
                  <a:schemeClr val="bg2"/>
                </a:solidFill>
                <a:latin typeface="Montserrat"/>
              </a:rPr>
              <a:t>One or more can be present on a physical device.</a:t>
            </a:r>
          </a:p>
        </p:txBody>
      </p:sp>
      <p:sp>
        <p:nvSpPr>
          <p:cNvPr id="28" name="TextBox 27">
            <a:extLst>
              <a:ext uri="{FF2B5EF4-FFF2-40B4-BE49-F238E27FC236}">
                <a16:creationId xmlns:a16="http://schemas.microsoft.com/office/drawing/2014/main" id="{398F8389-B2F8-18B9-EAA7-B40F0F1C97E3}"/>
              </a:ext>
            </a:extLst>
          </p:cNvPr>
          <p:cNvSpPr txBox="1"/>
          <p:nvPr/>
        </p:nvSpPr>
        <p:spPr>
          <a:xfrm>
            <a:off x="7479763" y="1554146"/>
            <a:ext cx="1548764" cy="646331"/>
          </a:xfrm>
          <a:prstGeom prst="rect">
            <a:avLst/>
          </a:prstGeom>
          <a:noFill/>
        </p:spPr>
        <p:txBody>
          <a:bodyPr wrap="square">
            <a:spAutoFit/>
          </a:bodyPr>
          <a:lstStyle>
            <a:defPPr marR="0" lvl="0" algn="l">
              <a:lnSpc>
                <a:spcPct val="100000"/>
              </a:lnSpc>
              <a:spcBef>
                <a:spcPts val="0"/>
              </a:spcBef>
              <a:spcAft>
                <a:spcPts val="0"/>
              </a:spcAft>
            </a:defPPr>
            <a:lvl1pPr>
              <a:buNone/>
              <a:defRPr sz="1200">
                <a:solidFill>
                  <a:schemeClr val="bg2"/>
                </a:solidFill>
                <a:latin typeface="Montserrat"/>
              </a:defRPr>
            </a:lvl1pPr>
          </a:lstStyle>
          <a:p>
            <a:r>
              <a:rPr lang="en-US" dirty="0"/>
              <a:t>One or more can be present on an endpoint.</a:t>
            </a:r>
          </a:p>
        </p:txBody>
      </p:sp>
      <p:cxnSp>
        <p:nvCxnSpPr>
          <p:cNvPr id="34" name="Straight Arrow Connector 33">
            <a:extLst>
              <a:ext uri="{FF2B5EF4-FFF2-40B4-BE49-F238E27FC236}">
                <a16:creationId xmlns:a16="http://schemas.microsoft.com/office/drawing/2014/main" id="{9997A834-6957-B02E-EEAA-F3AF940A05A3}"/>
              </a:ext>
            </a:extLst>
          </p:cNvPr>
          <p:cNvCxnSpPr>
            <a:cxnSpLocks/>
            <a:endCxn id="37" idx="1"/>
          </p:cNvCxnSpPr>
          <p:nvPr/>
        </p:nvCxnSpPr>
        <p:spPr>
          <a:xfrm>
            <a:off x="4169790" y="1947050"/>
            <a:ext cx="526423" cy="60129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D2C648C-C3CE-0956-AD16-CDFE61E2ECE2}"/>
              </a:ext>
            </a:extLst>
          </p:cNvPr>
          <p:cNvSpPr txBox="1"/>
          <p:nvPr/>
        </p:nvSpPr>
        <p:spPr>
          <a:xfrm>
            <a:off x="4696213" y="2409840"/>
            <a:ext cx="1624531" cy="276999"/>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Local parameters</a:t>
            </a:r>
          </a:p>
        </p:txBody>
      </p:sp>
      <p:sp>
        <p:nvSpPr>
          <p:cNvPr id="42" name="TextBox 41">
            <a:extLst>
              <a:ext uri="{FF2B5EF4-FFF2-40B4-BE49-F238E27FC236}">
                <a16:creationId xmlns:a16="http://schemas.microsoft.com/office/drawing/2014/main" id="{B597CC7A-48F4-C1A9-7BE4-2360E1EF6654}"/>
              </a:ext>
            </a:extLst>
          </p:cNvPr>
          <p:cNvSpPr txBox="1"/>
          <p:nvPr/>
        </p:nvSpPr>
        <p:spPr>
          <a:xfrm>
            <a:off x="4696213" y="3777161"/>
            <a:ext cx="4069350" cy="276999"/>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The unit exchanged between SCHC Instances.</a:t>
            </a:r>
          </a:p>
        </p:txBody>
      </p:sp>
      <p:cxnSp>
        <p:nvCxnSpPr>
          <p:cNvPr id="43" name="Straight Arrow Connector 42">
            <a:extLst>
              <a:ext uri="{FF2B5EF4-FFF2-40B4-BE49-F238E27FC236}">
                <a16:creationId xmlns:a16="http://schemas.microsoft.com/office/drawing/2014/main" id="{A3F296E8-4661-EAF6-5FE8-51D5BDE383EB}"/>
              </a:ext>
            </a:extLst>
          </p:cNvPr>
          <p:cNvCxnSpPr>
            <a:cxnSpLocks/>
          </p:cNvCxnSpPr>
          <p:nvPr/>
        </p:nvCxnSpPr>
        <p:spPr>
          <a:xfrm>
            <a:off x="2120182" y="3879732"/>
            <a:ext cx="245181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0" name="Graphic 19" descr="Envelope outline">
            <a:extLst>
              <a:ext uri="{FF2B5EF4-FFF2-40B4-BE49-F238E27FC236}">
                <a16:creationId xmlns:a16="http://schemas.microsoft.com/office/drawing/2014/main" id="{712F2074-B410-D23A-3939-44ADE066D07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650878" y="3713238"/>
            <a:ext cx="332988" cy="332988"/>
          </a:xfrm>
          <a:prstGeom prst="rect">
            <a:avLst/>
          </a:prstGeom>
        </p:spPr>
      </p:pic>
      <p:sp>
        <p:nvSpPr>
          <p:cNvPr id="25" name="TextBox 24">
            <a:extLst>
              <a:ext uri="{FF2B5EF4-FFF2-40B4-BE49-F238E27FC236}">
                <a16:creationId xmlns:a16="http://schemas.microsoft.com/office/drawing/2014/main" id="{C340FCE0-DCF4-1441-E261-02E7C72BB815}"/>
              </a:ext>
            </a:extLst>
          </p:cNvPr>
          <p:cNvSpPr txBox="1"/>
          <p:nvPr/>
        </p:nvSpPr>
        <p:spPr>
          <a:xfrm>
            <a:off x="2900492" y="4608515"/>
            <a:ext cx="4736826" cy="461665"/>
          </a:xfrm>
          <a:prstGeom prst="rect">
            <a:avLst/>
          </a:prstGeom>
          <a:no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r>
              <a:rPr lang="en-US" dirty="0"/>
              <a:t>Background concept, portion of the network protocol stack targeted by SCHC</a:t>
            </a:r>
          </a:p>
        </p:txBody>
      </p:sp>
      <p:sp>
        <p:nvSpPr>
          <p:cNvPr id="30" name="TextBox 29">
            <a:extLst>
              <a:ext uri="{FF2B5EF4-FFF2-40B4-BE49-F238E27FC236}">
                <a16:creationId xmlns:a16="http://schemas.microsoft.com/office/drawing/2014/main" id="{BC23A622-E0BD-9489-07AD-BA5D5902F95A}"/>
              </a:ext>
            </a:extLst>
          </p:cNvPr>
          <p:cNvSpPr txBox="1"/>
          <p:nvPr/>
        </p:nvSpPr>
        <p:spPr>
          <a:xfrm>
            <a:off x="1817372" y="2762392"/>
            <a:ext cx="1047006" cy="246221"/>
          </a:xfrm>
          <a:prstGeom prst="rect">
            <a:avLst/>
          </a:prstGeom>
          <a:solidFill>
            <a:schemeClr val="bg1"/>
          </a:solidFill>
        </p:spPr>
        <p:txBody>
          <a:bodyPr wrap="square">
            <a:spAutoFit/>
          </a:bodyPr>
          <a:lstStyle>
            <a:defPPr marR="0" lvl="0" algn="l">
              <a:lnSpc>
                <a:spcPct val="100000"/>
              </a:lnSpc>
              <a:spcBef>
                <a:spcPts val="0"/>
              </a:spcBef>
              <a:spcAft>
                <a:spcPts val="0"/>
              </a:spcAft>
              <a:defRPr/>
            </a:defPPr>
            <a:lvl1pPr>
              <a:buNone/>
              <a:defRPr sz="1200">
                <a:solidFill>
                  <a:schemeClr val="bg2"/>
                </a:solidFill>
                <a:latin typeface="Montserrat"/>
              </a:defRPr>
            </a:lvl1pPr>
          </a:lstStyle>
          <a:p>
            <a:pPr algn="ctr"/>
            <a:r>
              <a:rPr lang="en-US" sz="1000" dirty="0">
                <a:solidFill>
                  <a:srgbClr val="000000"/>
                </a:solidFill>
                <a:latin typeface="Courier New" panose="02070309020205020404" pitchFamily="49" charset="0"/>
                <a:cs typeface="Courier New" panose="02070309020205020404" pitchFamily="49" charset="0"/>
              </a:rPr>
              <a:t>|Stratum|</a:t>
            </a:r>
          </a:p>
        </p:txBody>
      </p:sp>
      <p:cxnSp>
        <p:nvCxnSpPr>
          <p:cNvPr id="46" name="Straight Arrow Connector 45">
            <a:extLst>
              <a:ext uri="{FF2B5EF4-FFF2-40B4-BE49-F238E27FC236}">
                <a16:creationId xmlns:a16="http://schemas.microsoft.com/office/drawing/2014/main" id="{804B87B0-C5B8-9A06-410E-34BA7601508B}"/>
              </a:ext>
            </a:extLst>
          </p:cNvPr>
          <p:cNvCxnSpPr>
            <a:cxnSpLocks/>
            <a:endCxn id="25" idx="1"/>
          </p:cNvCxnSpPr>
          <p:nvPr/>
        </p:nvCxnSpPr>
        <p:spPr>
          <a:xfrm>
            <a:off x="2348345" y="3024003"/>
            <a:ext cx="552147" cy="18153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4282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4" grpId="0"/>
      <p:bldP spid="18" grpId="0"/>
      <p:bldP spid="23" grpId="0"/>
      <p:bldP spid="27" grpId="0"/>
      <p:bldP spid="28" grpId="0"/>
      <p:bldP spid="37" grpId="0"/>
      <p:bldP spid="42" grpId="0"/>
      <p:bldP spid="25" grpId="0"/>
      <p:bldP spid="3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79CF51-D528-852B-5DC9-AC8128F25F59}"/>
              </a:ext>
            </a:extLst>
          </p:cNvPr>
          <p:cNvSpPr>
            <a:spLocks noGrp="1"/>
          </p:cNvSpPr>
          <p:nvPr>
            <p:ph type="title"/>
          </p:nvPr>
        </p:nvSpPr>
        <p:spPr/>
        <p:txBody>
          <a:bodyPr/>
          <a:lstStyle/>
          <a:p>
            <a:r>
              <a:rPr lang="en-US" dirty="0"/>
              <a:t>Domain</a:t>
            </a:r>
          </a:p>
        </p:txBody>
      </p:sp>
      <p:pic>
        <p:nvPicPr>
          <p:cNvPr id="4" name="Content Placeholder 3">
            <a:extLst>
              <a:ext uri="{FF2B5EF4-FFF2-40B4-BE49-F238E27FC236}">
                <a16:creationId xmlns:a16="http://schemas.microsoft.com/office/drawing/2014/main" id="{98C2A846-1E31-6DDF-97D2-395AB914070D}"/>
              </a:ext>
            </a:extLst>
          </p:cNvPr>
          <p:cNvPicPr>
            <a:picLocks noGrp="1" noChangeAspect="1"/>
          </p:cNvPicPr>
          <p:nvPr>
            <p:ph sz="quarter" idx="13"/>
          </p:nvPr>
        </p:nvPicPr>
        <p:blipFill>
          <a:blip r:embed="rId3"/>
          <a:srcRect l="9671"/>
          <a:stretch>
            <a:fillRect/>
          </a:stretch>
        </p:blipFill>
        <p:spPr>
          <a:xfrm>
            <a:off x="119641" y="756191"/>
            <a:ext cx="3733191" cy="4246268"/>
          </a:xfrm>
          <a:prstGeom prst="rect">
            <a:avLst/>
          </a:prstGeom>
        </p:spPr>
      </p:pic>
      <p:grpSp>
        <p:nvGrpSpPr>
          <p:cNvPr id="3" name="Group 2">
            <a:extLst>
              <a:ext uri="{FF2B5EF4-FFF2-40B4-BE49-F238E27FC236}">
                <a16:creationId xmlns:a16="http://schemas.microsoft.com/office/drawing/2014/main" id="{B6660915-EC4F-FD4C-6A08-FE7D25D0A4FE}"/>
              </a:ext>
            </a:extLst>
          </p:cNvPr>
          <p:cNvGrpSpPr/>
          <p:nvPr/>
        </p:nvGrpSpPr>
        <p:grpSpPr>
          <a:xfrm>
            <a:off x="1525269" y="689689"/>
            <a:ext cx="7618731" cy="1569660"/>
            <a:chOff x="1525269" y="689689"/>
            <a:chExt cx="7618731" cy="1569660"/>
          </a:xfrm>
        </p:grpSpPr>
        <p:cxnSp>
          <p:nvCxnSpPr>
            <p:cNvPr id="6" name="Straight Arrow Connector 5">
              <a:extLst>
                <a:ext uri="{FF2B5EF4-FFF2-40B4-BE49-F238E27FC236}">
                  <a16:creationId xmlns:a16="http://schemas.microsoft.com/office/drawing/2014/main" id="{3F888385-78B4-9281-E80B-D4B8C551F465}"/>
                </a:ext>
              </a:extLst>
            </p:cNvPr>
            <p:cNvCxnSpPr>
              <a:cxnSpLocks/>
            </p:cNvCxnSpPr>
            <p:nvPr/>
          </p:nvCxnSpPr>
          <p:spPr>
            <a:xfrm>
              <a:off x="1525269" y="1005840"/>
              <a:ext cx="24998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D99DEB7-F744-7E4D-5F37-544042E8216F}"/>
                </a:ext>
              </a:extLst>
            </p:cNvPr>
            <p:cNvSpPr txBox="1"/>
            <p:nvPr/>
          </p:nvSpPr>
          <p:spPr>
            <a:xfrm>
              <a:off x="4088856" y="689689"/>
              <a:ext cx="5055144" cy="1569660"/>
            </a:xfrm>
            <a:prstGeom prst="rect">
              <a:avLst/>
            </a:prstGeom>
            <a:noFill/>
          </p:spPr>
          <p:txBody>
            <a:bodyPr wrap="square">
              <a:spAutoFit/>
            </a:bodyPr>
            <a:lstStyle/>
            <a:p>
              <a:r>
                <a:rPr lang="en-US" sz="1200" b="1" dirty="0">
                  <a:latin typeface="Palatino" pitchFamily="2" charset="77"/>
                  <a:ea typeface="Palatino" pitchFamily="2" charset="77"/>
                </a:rPr>
                <a:t>Domain</a:t>
              </a:r>
              <a:r>
                <a:rPr lang="en-US" sz="1200" dirty="0">
                  <a:latin typeface="Palatino" pitchFamily="2" charset="77"/>
                  <a:ea typeface="Palatino" pitchFamily="2" charset="77"/>
                </a:rPr>
                <a:t>: A logical grouping of Instances that share a common Context.</a:t>
              </a:r>
              <a:br>
                <a:rPr lang="en-US" sz="1200" dirty="0">
                  <a:latin typeface="Palatino" pitchFamily="2" charset="77"/>
                  <a:ea typeface="Palatino" pitchFamily="2" charset="77"/>
                </a:rPr>
              </a:br>
              <a:r>
                <a:rPr lang="en-US" sz="1200" b="1" dirty="0">
                  <a:latin typeface="Palatino" pitchFamily="2" charset="77"/>
                  <a:ea typeface="Palatino" pitchFamily="2" charset="77"/>
                </a:rPr>
                <a:t>Domain Manager</a:t>
              </a:r>
              <a:r>
                <a:rPr lang="en-US" sz="1200" dirty="0">
                  <a:latin typeface="Palatino" pitchFamily="2" charset="77"/>
                  <a:ea typeface="Palatino" pitchFamily="2" charset="77"/>
                </a:rPr>
                <a:t>: manages the </a:t>
              </a:r>
              <a:r>
                <a:rPr lang="en-US" sz="1200" b="1" dirty="0">
                  <a:latin typeface="Palatino" pitchFamily="2" charset="77"/>
                  <a:ea typeface="Palatino" pitchFamily="2" charset="77"/>
                </a:rPr>
                <a:t>Domain</a:t>
              </a:r>
              <a:r>
                <a:rPr lang="en-US" sz="1200" dirty="0">
                  <a:latin typeface="Palatino" pitchFamily="2" charset="77"/>
                  <a:ea typeface="Palatino" pitchFamily="2" charset="77"/>
                </a:rPr>
                <a:t>, including Context synchronization and configuration distribution.</a:t>
              </a:r>
            </a:p>
            <a:p>
              <a:endParaRPr lang="en-US" sz="1200" dirty="0">
                <a:latin typeface="Palatino" pitchFamily="2" charset="77"/>
                <a:ea typeface="Palatino" pitchFamily="2" charset="77"/>
              </a:endParaRPr>
            </a:p>
            <a:p>
              <a:r>
                <a:rPr lang="en-US" sz="1200" dirty="0">
                  <a:latin typeface="Palatino" pitchFamily="2" charset="77"/>
                  <a:ea typeface="Palatino" pitchFamily="2" charset="77"/>
                </a:rPr>
                <a:t>It uses:</a:t>
              </a:r>
            </a:p>
            <a:p>
              <a:r>
                <a:rPr lang="en-US" sz="1200" b="1" dirty="0">
                  <a:latin typeface="Palatino" pitchFamily="2" charset="77"/>
                  <a:ea typeface="Palatino" pitchFamily="2" charset="77"/>
                </a:rPr>
                <a:t>Endpoint Manager</a:t>
              </a:r>
              <a:r>
                <a:rPr lang="en-US" sz="1200" dirty="0">
                  <a:latin typeface="Palatino" pitchFamily="2" charset="77"/>
                  <a:ea typeface="Palatino" pitchFamily="2" charset="77"/>
                </a:rPr>
                <a:t> to manage the </a:t>
              </a:r>
              <a:r>
                <a:rPr lang="en-US" sz="1200" b="1" dirty="0">
                  <a:latin typeface="Palatino" pitchFamily="2" charset="77"/>
                  <a:ea typeface="Palatino" pitchFamily="2" charset="77"/>
                </a:rPr>
                <a:t>Endpoints </a:t>
              </a:r>
              <a:r>
                <a:rPr lang="en-US" sz="1200" dirty="0">
                  <a:latin typeface="Palatino" pitchFamily="2" charset="77"/>
                  <a:ea typeface="Palatino" pitchFamily="2" charset="77"/>
                </a:rPr>
                <a:t>(TBD)</a:t>
              </a:r>
            </a:p>
            <a:p>
              <a:r>
                <a:rPr lang="en-US" sz="1200" b="1" dirty="0">
                  <a:latin typeface="Palatino" pitchFamily="2" charset="77"/>
                  <a:ea typeface="Palatino" pitchFamily="2" charset="77"/>
                </a:rPr>
                <a:t>Context Manager</a:t>
              </a:r>
              <a:r>
                <a:rPr lang="en-US" sz="1200" dirty="0">
                  <a:latin typeface="Palatino" pitchFamily="2" charset="77"/>
                  <a:ea typeface="Palatino" pitchFamily="2" charset="77"/>
                </a:rPr>
                <a:t> to manage the </a:t>
              </a:r>
              <a:r>
                <a:rPr lang="en-US" sz="1200" b="1" dirty="0">
                  <a:latin typeface="Palatino" pitchFamily="2" charset="77"/>
                  <a:ea typeface="Palatino" pitchFamily="2" charset="77"/>
                </a:rPr>
                <a:t>Contexts</a:t>
              </a:r>
            </a:p>
            <a:p>
              <a:r>
                <a:rPr lang="en-US" sz="1200" b="1" dirty="0">
                  <a:latin typeface="Palatino" pitchFamily="2" charset="77"/>
                  <a:ea typeface="Palatino" pitchFamily="2" charset="77"/>
                </a:rPr>
                <a:t>Instance Conf Manager</a:t>
              </a:r>
              <a:r>
                <a:rPr lang="en-US" sz="1200" dirty="0">
                  <a:latin typeface="Palatino" pitchFamily="2" charset="77"/>
                  <a:ea typeface="Palatino" pitchFamily="2" charset="77"/>
                </a:rPr>
                <a:t> to manage </a:t>
              </a:r>
              <a:r>
                <a:rPr lang="en-US" sz="1200" b="1" dirty="0">
                  <a:latin typeface="Palatino" pitchFamily="2" charset="77"/>
                  <a:ea typeface="Palatino" pitchFamily="2" charset="77"/>
                </a:rPr>
                <a:t>Instance Configuration</a:t>
              </a:r>
            </a:p>
          </p:txBody>
        </p:sp>
      </p:grpSp>
      <p:grpSp>
        <p:nvGrpSpPr>
          <p:cNvPr id="8" name="Group 7">
            <a:extLst>
              <a:ext uri="{FF2B5EF4-FFF2-40B4-BE49-F238E27FC236}">
                <a16:creationId xmlns:a16="http://schemas.microsoft.com/office/drawing/2014/main" id="{6869EB64-DD9E-2B89-770C-B5D96D1A182F}"/>
              </a:ext>
            </a:extLst>
          </p:cNvPr>
          <p:cNvGrpSpPr/>
          <p:nvPr/>
        </p:nvGrpSpPr>
        <p:grpSpPr>
          <a:xfrm>
            <a:off x="1666430" y="3143871"/>
            <a:ext cx="6873382" cy="661719"/>
            <a:chOff x="1666430" y="3143871"/>
            <a:chExt cx="6873382" cy="661719"/>
          </a:xfrm>
        </p:grpSpPr>
        <p:grpSp>
          <p:nvGrpSpPr>
            <p:cNvPr id="5" name="Group 4">
              <a:extLst>
                <a:ext uri="{FF2B5EF4-FFF2-40B4-BE49-F238E27FC236}">
                  <a16:creationId xmlns:a16="http://schemas.microsoft.com/office/drawing/2014/main" id="{FE19B26C-ECE0-5848-11E9-C9CF8BBAAAE3}"/>
                </a:ext>
              </a:extLst>
            </p:cNvPr>
            <p:cNvGrpSpPr/>
            <p:nvPr/>
          </p:nvGrpSpPr>
          <p:grpSpPr>
            <a:xfrm>
              <a:off x="1666430" y="3143871"/>
              <a:ext cx="4969008" cy="661719"/>
              <a:chOff x="1666430" y="3143871"/>
              <a:chExt cx="4969008" cy="661719"/>
            </a:xfrm>
          </p:grpSpPr>
          <p:cxnSp>
            <p:nvCxnSpPr>
              <p:cNvPr id="15" name="Straight Arrow Connector 14">
                <a:extLst>
                  <a:ext uri="{FF2B5EF4-FFF2-40B4-BE49-F238E27FC236}">
                    <a16:creationId xmlns:a16="http://schemas.microsoft.com/office/drawing/2014/main" id="{47ADA679-844C-F033-2402-0B5AA507550B}"/>
                  </a:ext>
                </a:extLst>
              </p:cNvPr>
              <p:cNvCxnSpPr>
                <a:cxnSpLocks/>
              </p:cNvCxnSpPr>
              <p:nvPr/>
            </p:nvCxnSpPr>
            <p:spPr>
              <a:xfrm>
                <a:off x="1666430" y="3143871"/>
                <a:ext cx="2358639" cy="2744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9BD684EF-8882-F869-8322-EAE25C88DD5F}"/>
                  </a:ext>
                </a:extLst>
              </p:cNvPr>
              <p:cNvSpPr txBox="1"/>
              <p:nvPr/>
            </p:nvSpPr>
            <p:spPr>
              <a:xfrm>
                <a:off x="4084402" y="3159259"/>
                <a:ext cx="2551036" cy="646331"/>
              </a:xfrm>
              <a:prstGeom prst="rect">
                <a:avLst/>
              </a:prstGeom>
              <a:noFill/>
            </p:spPr>
            <p:txBody>
              <a:bodyPr wrap="square">
                <a:spAutoFit/>
              </a:bodyPr>
              <a:lstStyle/>
              <a:p>
                <a:r>
                  <a:rPr lang="en-US" sz="1200" dirty="0">
                    <a:latin typeface="Palatino" pitchFamily="2" charset="77"/>
                    <a:ea typeface="Palatino" pitchFamily="2" charset="77"/>
                  </a:rPr>
                  <a:t>A logical component that manages the lifecycle and configuration of Instances within an Endpoint.</a:t>
                </a:r>
              </a:p>
            </p:txBody>
          </p:sp>
        </p:grpSp>
        <p:sp>
          <p:nvSpPr>
            <p:cNvPr id="23" name="TextBox 22">
              <a:extLst>
                <a:ext uri="{FF2B5EF4-FFF2-40B4-BE49-F238E27FC236}">
                  <a16:creationId xmlns:a16="http://schemas.microsoft.com/office/drawing/2014/main" id="{00D000F2-9254-312C-2304-9BF16BAEED43}"/>
                </a:ext>
              </a:extLst>
            </p:cNvPr>
            <p:cNvSpPr txBox="1"/>
            <p:nvPr/>
          </p:nvSpPr>
          <p:spPr>
            <a:xfrm>
              <a:off x="6773005" y="3161660"/>
              <a:ext cx="1766807" cy="338554"/>
            </a:xfrm>
            <a:prstGeom prst="rect">
              <a:avLst/>
            </a:prstGeom>
            <a:noFill/>
          </p:spPr>
          <p:txBody>
            <a:bodyPr wrap="square">
              <a:spAutoFit/>
            </a:bodyPr>
            <a:lstStyle/>
            <a:p>
              <a:pPr>
                <a:buNone/>
              </a:pPr>
              <a:r>
                <a:rPr lang="en-US" sz="800" dirty="0">
                  <a:latin typeface="Palatino" pitchFamily="2" charset="77"/>
                  <a:ea typeface="Palatino" pitchFamily="2" charset="77"/>
                </a:rPr>
                <a:t>E.g. creating, updating, and deleting Instances as needed.</a:t>
              </a:r>
            </a:p>
          </p:txBody>
        </p:sp>
      </p:grpSp>
      <p:sp>
        <p:nvSpPr>
          <p:cNvPr id="26" name="TextBox 25">
            <a:extLst>
              <a:ext uri="{FF2B5EF4-FFF2-40B4-BE49-F238E27FC236}">
                <a16:creationId xmlns:a16="http://schemas.microsoft.com/office/drawing/2014/main" id="{84903713-7792-F11D-9AB4-79A401BDF8CA}"/>
              </a:ext>
            </a:extLst>
          </p:cNvPr>
          <p:cNvSpPr txBox="1"/>
          <p:nvPr/>
        </p:nvSpPr>
        <p:spPr>
          <a:xfrm>
            <a:off x="4084402" y="4038312"/>
            <a:ext cx="4299153" cy="830997"/>
          </a:xfrm>
          <a:prstGeom prst="rect">
            <a:avLst/>
          </a:prstGeom>
          <a:noFill/>
        </p:spPr>
        <p:txBody>
          <a:bodyPr wrap="square">
            <a:spAutoFit/>
          </a:bodyPr>
          <a:lstStyle/>
          <a:p>
            <a:r>
              <a:rPr lang="en-US" sz="1200" b="1" dirty="0">
                <a:latin typeface="Palatino" pitchFamily="2" charset="77"/>
                <a:ea typeface="Palatino" pitchFamily="2" charset="77"/>
              </a:rPr>
              <a:t>Note</a:t>
            </a:r>
            <a:r>
              <a:rPr lang="en-US" sz="1200" dirty="0">
                <a:latin typeface="Palatino" pitchFamily="2" charset="77"/>
                <a:ea typeface="Palatino" pitchFamily="2" charset="77"/>
              </a:rPr>
              <a:t>: These are logical components.</a:t>
            </a:r>
          </a:p>
          <a:p>
            <a:r>
              <a:rPr lang="en-US" sz="1200" dirty="0">
                <a:latin typeface="Palatino" pitchFamily="2" charset="77"/>
                <a:ea typeface="Palatino" pitchFamily="2" charset="77"/>
              </a:rPr>
              <a:t>They may be implemented in a single software for example.</a:t>
            </a:r>
          </a:p>
          <a:p>
            <a:endParaRPr lang="en-US" sz="1200" dirty="0">
              <a:latin typeface="Palatino" pitchFamily="2" charset="77"/>
              <a:ea typeface="Palatino" pitchFamily="2" charset="77"/>
            </a:endParaRPr>
          </a:p>
          <a:p>
            <a:r>
              <a:rPr lang="en-US" sz="1200" dirty="0">
                <a:latin typeface="Palatino" pitchFamily="2" charset="77"/>
                <a:ea typeface="Palatino" pitchFamily="2" charset="77"/>
              </a:rPr>
              <a:t>The domain may be peer-to-peer.</a:t>
            </a:r>
          </a:p>
        </p:txBody>
      </p:sp>
      <p:sp>
        <p:nvSpPr>
          <p:cNvPr id="9" name="TextBox 8">
            <a:extLst>
              <a:ext uri="{FF2B5EF4-FFF2-40B4-BE49-F238E27FC236}">
                <a16:creationId xmlns:a16="http://schemas.microsoft.com/office/drawing/2014/main" id="{55A545BF-70E8-5E18-240F-3F7580343702}"/>
              </a:ext>
            </a:extLst>
          </p:cNvPr>
          <p:cNvSpPr txBox="1"/>
          <p:nvPr/>
        </p:nvSpPr>
        <p:spPr>
          <a:xfrm>
            <a:off x="4084402" y="2315786"/>
            <a:ext cx="4572000" cy="646331"/>
          </a:xfrm>
          <a:prstGeom prst="rect">
            <a:avLst/>
          </a:prstGeom>
          <a:noFill/>
        </p:spPr>
        <p:txBody>
          <a:bodyPr wrap="square">
            <a:spAutoFit/>
          </a:bodyPr>
          <a:lstStyle>
            <a:defPPr marR="0" lvl="0" algn="l">
              <a:lnSpc>
                <a:spcPct val="100000"/>
              </a:lnSpc>
              <a:spcBef>
                <a:spcPts val="0"/>
              </a:spcBef>
              <a:spcAft>
                <a:spcPts val="0"/>
              </a:spcAft>
            </a:defPPr>
            <a:lvl1pPr>
              <a:defRPr sz="1200" b="1">
                <a:latin typeface="Palatino" pitchFamily="2" charset="77"/>
                <a:ea typeface="Palatino" pitchFamily="2" charset="77"/>
              </a:defRPr>
            </a:lvl1pPr>
          </a:lstStyle>
          <a:p>
            <a:r>
              <a:rPr lang="en-US" dirty="0"/>
              <a:t>Domain vs. Session</a:t>
            </a:r>
          </a:p>
          <a:p>
            <a:r>
              <a:rPr lang="en-US" b="0" dirty="0"/>
              <a:t>The Domain defines which Instances share Contexts, while the Session identifies which Instances are actually communicating.</a:t>
            </a:r>
          </a:p>
        </p:txBody>
      </p:sp>
    </p:spTree>
    <p:extLst>
      <p:ext uri="{BB962C8B-B14F-4D97-AF65-F5344CB8AC3E}">
        <p14:creationId xmlns:p14="http://schemas.microsoft.com/office/powerpoint/2010/main" val="227295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8E2F3-E22C-D58A-7BD8-692C1C6E482B}"/>
              </a:ext>
            </a:extLst>
          </p:cNvPr>
          <p:cNvSpPr>
            <a:spLocks noGrp="1"/>
          </p:cNvSpPr>
          <p:nvPr>
            <p:ph type="title"/>
          </p:nvPr>
        </p:nvSpPr>
        <p:spPr/>
        <p:txBody>
          <a:bodyPr/>
          <a:lstStyle/>
          <a:p>
            <a:r>
              <a:rPr lang="en-US" dirty="0"/>
              <a:t>Multiple Instances on an Endpoint</a:t>
            </a:r>
          </a:p>
        </p:txBody>
      </p:sp>
      <p:pic>
        <p:nvPicPr>
          <p:cNvPr id="4" name="Content Placeholder 3">
            <a:extLst>
              <a:ext uri="{FF2B5EF4-FFF2-40B4-BE49-F238E27FC236}">
                <a16:creationId xmlns:a16="http://schemas.microsoft.com/office/drawing/2014/main" id="{245C42A8-18CF-CE28-F134-E34351EA1230}"/>
              </a:ext>
            </a:extLst>
          </p:cNvPr>
          <p:cNvPicPr>
            <a:picLocks noGrp="1" noChangeAspect="1"/>
          </p:cNvPicPr>
          <p:nvPr>
            <p:ph sz="quarter" idx="13"/>
          </p:nvPr>
        </p:nvPicPr>
        <p:blipFill>
          <a:blip r:embed="rId2"/>
          <a:stretch>
            <a:fillRect/>
          </a:stretch>
        </p:blipFill>
        <p:spPr>
          <a:xfrm>
            <a:off x="272277" y="784192"/>
            <a:ext cx="4197927" cy="4169174"/>
          </a:xfrm>
          <a:prstGeom prst="rect">
            <a:avLst/>
          </a:prstGeom>
        </p:spPr>
      </p:pic>
      <p:grpSp>
        <p:nvGrpSpPr>
          <p:cNvPr id="3" name="Group 2">
            <a:extLst>
              <a:ext uri="{FF2B5EF4-FFF2-40B4-BE49-F238E27FC236}">
                <a16:creationId xmlns:a16="http://schemas.microsoft.com/office/drawing/2014/main" id="{9E7F967D-6C5A-DA06-4581-87C1CF0ED699}"/>
              </a:ext>
            </a:extLst>
          </p:cNvPr>
          <p:cNvGrpSpPr/>
          <p:nvPr/>
        </p:nvGrpSpPr>
        <p:grpSpPr>
          <a:xfrm>
            <a:off x="2938253" y="841596"/>
            <a:ext cx="6086106" cy="2908994"/>
            <a:chOff x="2938253" y="841596"/>
            <a:chExt cx="6086106" cy="2908994"/>
          </a:xfrm>
        </p:grpSpPr>
        <p:cxnSp>
          <p:nvCxnSpPr>
            <p:cNvPr id="5" name="Straight Arrow Connector 4">
              <a:extLst>
                <a:ext uri="{FF2B5EF4-FFF2-40B4-BE49-F238E27FC236}">
                  <a16:creationId xmlns:a16="http://schemas.microsoft.com/office/drawing/2014/main" id="{A818C47D-7146-F3CE-1B63-0B7B6A54B48D}"/>
                </a:ext>
              </a:extLst>
            </p:cNvPr>
            <p:cNvCxnSpPr>
              <a:cxnSpLocks/>
            </p:cNvCxnSpPr>
            <p:nvPr/>
          </p:nvCxnSpPr>
          <p:spPr>
            <a:xfrm flipV="1">
              <a:off x="2938253" y="974221"/>
              <a:ext cx="1888180" cy="27763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F64858A-08FB-F48F-2CC6-1A1266D3970D}"/>
                </a:ext>
              </a:extLst>
            </p:cNvPr>
            <p:cNvSpPr txBox="1"/>
            <p:nvPr/>
          </p:nvSpPr>
          <p:spPr>
            <a:xfrm>
              <a:off x="4826433" y="841596"/>
              <a:ext cx="4197926" cy="1107996"/>
            </a:xfrm>
            <a:prstGeom prst="rect">
              <a:avLst/>
            </a:prstGeom>
            <a:noFill/>
          </p:spPr>
          <p:txBody>
            <a:bodyPr wrap="square">
              <a:spAutoFit/>
            </a:bodyPr>
            <a:lstStyle/>
            <a:p>
              <a:r>
                <a:rPr lang="en-US" sz="1200" b="1" dirty="0">
                  <a:latin typeface="Palatino" pitchFamily="2" charset="77"/>
                  <a:ea typeface="Palatino" pitchFamily="2" charset="77"/>
                </a:rPr>
                <a:t>Dispatcher</a:t>
              </a:r>
              <a:r>
                <a:rPr lang="en-US" sz="1200" dirty="0">
                  <a:latin typeface="Palatino" pitchFamily="2" charset="77"/>
                  <a:ea typeface="Palatino" pitchFamily="2" charset="77"/>
                </a:rPr>
                <a:t>: A logical component of the Endpoint that routes Datagrams to the appropriate Instances based on defined admission rules.</a:t>
              </a:r>
              <a:br>
                <a:rPr lang="en-US" sz="600" dirty="0">
                  <a:latin typeface="Palatino" pitchFamily="2" charset="77"/>
                  <a:ea typeface="Palatino" pitchFamily="2" charset="77"/>
                </a:rPr>
              </a:br>
              <a:endParaRPr lang="en-US" sz="600" dirty="0">
                <a:latin typeface="Palatino" pitchFamily="2" charset="77"/>
                <a:ea typeface="Palatino" pitchFamily="2" charset="77"/>
              </a:endParaRPr>
            </a:p>
            <a:p>
              <a:r>
                <a:rPr lang="en-US" sz="1200" dirty="0">
                  <a:latin typeface="Palatino" pitchFamily="2" charset="77"/>
                  <a:ea typeface="Palatino" pitchFamily="2" charset="77"/>
                </a:rPr>
                <a:t>It can be integrated into the network stack or implemented as a separate component.</a:t>
              </a:r>
              <a:endParaRPr lang="en-US" sz="1200" b="1" dirty="0">
                <a:latin typeface="Palatino" pitchFamily="2" charset="77"/>
                <a:ea typeface="Palatino" pitchFamily="2" charset="77"/>
              </a:endParaRPr>
            </a:p>
          </p:txBody>
        </p:sp>
      </p:grpSp>
      <p:grpSp>
        <p:nvGrpSpPr>
          <p:cNvPr id="6" name="Group 5">
            <a:extLst>
              <a:ext uri="{FF2B5EF4-FFF2-40B4-BE49-F238E27FC236}">
                <a16:creationId xmlns:a16="http://schemas.microsoft.com/office/drawing/2014/main" id="{6B7BCA5F-F017-DB00-8F44-DDDF264AB2A4}"/>
              </a:ext>
            </a:extLst>
          </p:cNvPr>
          <p:cNvGrpSpPr/>
          <p:nvPr/>
        </p:nvGrpSpPr>
        <p:grpSpPr>
          <a:xfrm>
            <a:off x="2461189" y="2070820"/>
            <a:ext cx="6463735" cy="2288488"/>
            <a:chOff x="2461189" y="2070820"/>
            <a:chExt cx="6463735" cy="2288488"/>
          </a:xfrm>
        </p:grpSpPr>
        <p:sp>
          <p:nvSpPr>
            <p:cNvPr id="11" name="TextBox 10">
              <a:extLst>
                <a:ext uri="{FF2B5EF4-FFF2-40B4-BE49-F238E27FC236}">
                  <a16:creationId xmlns:a16="http://schemas.microsoft.com/office/drawing/2014/main" id="{6E3BBB47-39E0-B688-A7BB-377536CA27A2}"/>
                </a:ext>
              </a:extLst>
            </p:cNvPr>
            <p:cNvSpPr txBox="1"/>
            <p:nvPr/>
          </p:nvSpPr>
          <p:spPr>
            <a:xfrm>
              <a:off x="4826433" y="2070820"/>
              <a:ext cx="4098491" cy="830997"/>
            </a:xfrm>
            <a:prstGeom prst="rect">
              <a:avLst/>
            </a:prstGeom>
            <a:noFill/>
          </p:spPr>
          <p:txBody>
            <a:bodyPr wrap="square">
              <a:spAutoFit/>
            </a:bodyPr>
            <a:lstStyle/>
            <a:p>
              <a:r>
                <a:rPr lang="en-US" sz="1200" b="1" dirty="0">
                  <a:latin typeface="Palatino" pitchFamily="2" charset="77"/>
                  <a:ea typeface="Palatino" pitchFamily="2" charset="77"/>
                </a:rPr>
                <a:t>Discriminator</a:t>
              </a:r>
              <a:r>
                <a:rPr lang="en-US" sz="1200" dirty="0">
                  <a:latin typeface="Palatino" pitchFamily="2" charset="77"/>
                  <a:ea typeface="Palatino" pitchFamily="2" charset="77"/>
                </a:rPr>
                <a:t>:  An optional information element used by the Dispatcher to route SCHC Datagrams to the appropriate Instance. The discriminator can be a combination of several criteria.</a:t>
              </a:r>
              <a:endParaRPr lang="en-US" sz="1200" b="1" dirty="0">
                <a:latin typeface="Palatino" pitchFamily="2" charset="77"/>
                <a:ea typeface="Palatino" pitchFamily="2" charset="77"/>
              </a:endParaRPr>
            </a:p>
          </p:txBody>
        </p:sp>
        <p:cxnSp>
          <p:nvCxnSpPr>
            <p:cNvPr id="8" name="Straight Arrow Connector 7">
              <a:extLst>
                <a:ext uri="{FF2B5EF4-FFF2-40B4-BE49-F238E27FC236}">
                  <a16:creationId xmlns:a16="http://schemas.microsoft.com/office/drawing/2014/main" id="{EF63683B-F828-BCD4-24CD-00FB2C33963C}"/>
                </a:ext>
              </a:extLst>
            </p:cNvPr>
            <p:cNvCxnSpPr>
              <a:cxnSpLocks/>
            </p:cNvCxnSpPr>
            <p:nvPr/>
          </p:nvCxnSpPr>
          <p:spPr>
            <a:xfrm flipV="1">
              <a:off x="2461189" y="2204815"/>
              <a:ext cx="2315910" cy="21544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0444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90153-6681-A993-8703-CCB5A357A819}"/>
              </a:ext>
            </a:extLst>
          </p:cNvPr>
          <p:cNvSpPr>
            <a:spLocks noGrp="1"/>
          </p:cNvSpPr>
          <p:nvPr>
            <p:ph type="title"/>
          </p:nvPr>
        </p:nvSpPr>
        <p:spPr/>
        <p:txBody>
          <a:bodyPr/>
          <a:lstStyle/>
          <a:p>
            <a:r>
              <a:rPr lang="en-US" dirty="0"/>
              <a:t>Multi-Tenants LPWAN Scenario</a:t>
            </a:r>
            <a:br>
              <a:rPr lang="en-US" dirty="0"/>
            </a:br>
            <a:r>
              <a:rPr lang="en-US" dirty="0"/>
              <a:t>1 Gateway, 2 IoT devices with different Contexts</a:t>
            </a:r>
          </a:p>
        </p:txBody>
      </p:sp>
      <p:pic>
        <p:nvPicPr>
          <p:cNvPr id="4" name="Content Placeholder 3">
            <a:extLst>
              <a:ext uri="{FF2B5EF4-FFF2-40B4-BE49-F238E27FC236}">
                <a16:creationId xmlns:a16="http://schemas.microsoft.com/office/drawing/2014/main" id="{32523D03-CA23-34E9-7546-669040C68F7C}"/>
              </a:ext>
            </a:extLst>
          </p:cNvPr>
          <p:cNvPicPr>
            <a:picLocks noGrp="1" noChangeAspect="1"/>
          </p:cNvPicPr>
          <p:nvPr>
            <p:ph sz="quarter" idx="13"/>
          </p:nvPr>
        </p:nvPicPr>
        <p:blipFill>
          <a:blip r:embed="rId2"/>
          <a:stretch>
            <a:fillRect/>
          </a:stretch>
        </p:blipFill>
        <p:spPr>
          <a:xfrm>
            <a:off x="401925" y="927881"/>
            <a:ext cx="4475261" cy="3444875"/>
          </a:xfrm>
          <a:prstGeom prst="rect">
            <a:avLst/>
          </a:prstGeom>
        </p:spPr>
      </p:pic>
      <p:sp>
        <p:nvSpPr>
          <p:cNvPr id="9" name="Content Placeholder 6">
            <a:extLst>
              <a:ext uri="{FF2B5EF4-FFF2-40B4-BE49-F238E27FC236}">
                <a16:creationId xmlns:a16="http://schemas.microsoft.com/office/drawing/2014/main" id="{74D0507B-3709-78D5-7EF8-907718D72796}"/>
              </a:ext>
            </a:extLst>
          </p:cNvPr>
          <p:cNvSpPr txBox="1">
            <a:spLocks/>
          </p:cNvSpPr>
          <p:nvPr/>
        </p:nvSpPr>
        <p:spPr bwMode="auto">
          <a:xfrm>
            <a:off x="5199681" y="1069886"/>
            <a:ext cx="4068305" cy="1501864"/>
          </a:xfrm>
          <a:prstGeom prst="rect">
            <a:avLst/>
          </a:prstGeom>
          <a:noFill/>
          <a:ln>
            <a:noFill/>
          </a:ln>
        </p:spPr>
        <p:txBody>
          <a:bodyPr spcFirstLastPara="1" wrap="square" lIns="91400" tIns="91400" rIns="91400" bIns="91400" anchor="t" anchorCtr="0">
            <a:noAutofit/>
          </a:bodyPr>
          <a:lstStyle>
            <a:defPPr marR="0" lvl="0" algn="l">
              <a:lnSpc>
                <a:spcPct val="100000"/>
              </a:lnSpc>
              <a:spcBef>
                <a:spcPts val="0"/>
              </a:spcBef>
              <a:spcAft>
                <a:spcPts val="0"/>
              </a:spcAft>
            </a:defPPr>
            <a:lvl1pPr marL="457200" marR="0" lvl="0"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1pPr>
            <a:lvl2pPr marL="914400" marR="0" lvl="1"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2pPr>
            <a:lvl3pPr marL="1371600" marR="0" lvl="2"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3pPr>
            <a:lvl4pPr marL="1828800" marR="0" lvl="3"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4pPr>
            <a:lvl5pPr marL="2286000" marR="0" lvl="4"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5pPr>
            <a:lvl6pPr marL="2743200" marR="0" lvl="5"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6pPr>
            <a:lvl7pPr marL="3200400" marR="0" lvl="6"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7pPr>
            <a:lvl8pPr marL="3657600" marR="0" lvl="7"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8pPr>
            <a:lvl9pPr marL="4114800" marR="0" lvl="8" indent="-342900" algn="l">
              <a:lnSpc>
                <a:spcPct val="114999"/>
              </a:lnSpc>
              <a:spcBef>
                <a:spcPts val="0"/>
              </a:spcBef>
              <a:spcAft>
                <a:spcPts val="0"/>
              </a:spcAft>
              <a:buClr>
                <a:srgbClr val="737373"/>
              </a:buClr>
              <a:buSzPts val="1800"/>
              <a:buFont typeface="Montserrat"/>
              <a:buChar char="■"/>
              <a:defRPr sz="1800" b="0" i="0" u="none" strike="noStrike" cap="none">
                <a:solidFill>
                  <a:srgbClr val="737373"/>
                </a:solidFill>
                <a:latin typeface="Montserrat"/>
                <a:ea typeface="Montserrat"/>
                <a:cs typeface="Montserrat"/>
              </a:defRPr>
            </a:lvl9pPr>
          </a:lstStyle>
          <a:p>
            <a:pPr marL="114300" marR="0" lvl="0" indent="0" algn="l" defTabSz="914400" eaLnBrk="1" fontAlgn="auto" latinLnBrk="0" hangingPunct="1">
              <a:lnSpc>
                <a:spcPct val="114999"/>
              </a:lnSpc>
              <a:spcBef>
                <a:spcPts val="0"/>
              </a:spcBef>
              <a:spcAft>
                <a:spcPts val="0"/>
              </a:spcAft>
              <a:buClr>
                <a:srgbClr val="737373"/>
              </a:buClr>
              <a:buSzPts val="1800"/>
              <a:buNone/>
              <a:tabLst/>
              <a:defRPr/>
            </a:pPr>
            <a:r>
              <a:rPr lang="en-US" sz="1000" b="1" dirty="0">
                <a:solidFill>
                  <a:schemeClr val="bg2"/>
                </a:solidFill>
              </a:rPr>
              <a:t>1 Gateway, 2 IoT devices with different Contexts</a:t>
            </a:r>
            <a:endParaRPr kumimoji="0" lang="en-US" sz="1000" b="0" i="0" u="none" strike="noStrike" kern="0" cap="none" spc="0" normalizeH="0" baseline="0" noProof="0" dirty="0">
              <a:ln>
                <a:noFill/>
              </a:ln>
              <a:solidFill>
                <a:schemeClr val="bg2"/>
              </a:solidFill>
              <a:effectLst/>
              <a:uLnTx/>
              <a:uFillTx/>
              <a:latin typeface="Montserrat"/>
            </a:endParaRPr>
          </a:p>
          <a:p>
            <a:pPr marL="114300" marR="0" lvl="0" indent="0" algn="l" defTabSz="914400" eaLnBrk="1" fontAlgn="auto" latinLnBrk="0" hangingPunct="1">
              <a:lnSpc>
                <a:spcPct val="114999"/>
              </a:lnSpc>
              <a:spcBef>
                <a:spcPts val="0"/>
              </a:spcBef>
              <a:spcAft>
                <a:spcPts val="0"/>
              </a:spcAft>
              <a:buClr>
                <a:srgbClr val="737373"/>
              </a:buClr>
              <a:buSzPts val="1800"/>
              <a:buNone/>
              <a:tabLst/>
              <a:defRPr/>
            </a:pPr>
            <a:endParaRPr lang="en-US" sz="1000" dirty="0">
              <a:solidFill>
                <a:schemeClr val="bg2"/>
              </a:solidFill>
            </a:endParaRPr>
          </a:p>
          <a:p>
            <a:pPr marL="114300" marR="0" lvl="0" indent="0" algn="l" defTabSz="914400" eaLnBrk="1" fontAlgn="auto" latinLnBrk="0" hangingPunct="1">
              <a:lnSpc>
                <a:spcPct val="114999"/>
              </a:lnSpc>
              <a:spcBef>
                <a:spcPts val="0"/>
              </a:spcBef>
              <a:spcAft>
                <a:spcPts val="0"/>
              </a:spcAft>
              <a:buClr>
                <a:srgbClr val="737373"/>
              </a:buClr>
              <a:buSzPts val="1800"/>
              <a:buNone/>
              <a:tabLst/>
              <a:defRPr/>
            </a:pPr>
            <a:r>
              <a:rPr kumimoji="0" lang="en-US" sz="1000" b="0" i="0" u="none" strike="noStrike" kern="0" cap="none" spc="0" normalizeH="0" baseline="0" noProof="0" dirty="0">
                <a:ln>
                  <a:noFill/>
                </a:ln>
                <a:solidFill>
                  <a:schemeClr val="bg2"/>
                </a:solidFill>
                <a:effectLst/>
                <a:uLnTx/>
                <a:uFillTx/>
                <a:latin typeface="Montserrat"/>
              </a:rPr>
              <a:t>A single SCHC Instance runs on each IoT Endpoint (A, C).</a:t>
            </a:r>
          </a:p>
          <a:p>
            <a:pPr marL="114300" marR="0" lvl="0" indent="0" algn="l" defTabSz="914400" eaLnBrk="1" fontAlgn="auto" latinLnBrk="0" hangingPunct="1">
              <a:lnSpc>
                <a:spcPct val="114999"/>
              </a:lnSpc>
              <a:spcBef>
                <a:spcPts val="0"/>
              </a:spcBef>
              <a:spcAft>
                <a:spcPts val="0"/>
              </a:spcAft>
              <a:buClr>
                <a:srgbClr val="737373"/>
              </a:buClr>
              <a:buSzPts val="1800"/>
              <a:buNone/>
              <a:tabLst/>
              <a:defRPr/>
            </a:pPr>
            <a:r>
              <a:rPr lang="en-US" sz="1000" dirty="0">
                <a:solidFill>
                  <a:schemeClr val="bg2"/>
                </a:solidFill>
              </a:rPr>
              <a:t>Two Instances run on the Gateway (B)</a:t>
            </a:r>
            <a:endParaRPr kumimoji="0" lang="en-US" sz="1000" b="0" i="0" u="none" strike="noStrike" kern="0" cap="none" spc="0" normalizeH="0" baseline="0" noProof="0" dirty="0">
              <a:ln>
                <a:noFill/>
              </a:ln>
              <a:solidFill>
                <a:schemeClr val="bg2"/>
              </a:solidFill>
              <a:effectLst/>
              <a:uLnTx/>
              <a:uFillTx/>
              <a:latin typeface="Montserrat"/>
            </a:endParaRPr>
          </a:p>
          <a:p>
            <a:pPr marR="0" lvl="0" algn="l" defTabSz="914400" eaLnBrk="1" fontAlgn="auto" latinLnBrk="0" hangingPunct="1">
              <a:lnSpc>
                <a:spcPct val="114999"/>
              </a:lnSpc>
              <a:spcBef>
                <a:spcPts val="0"/>
              </a:spcBef>
              <a:spcAft>
                <a:spcPts val="0"/>
              </a:spcAft>
              <a:buClr>
                <a:srgbClr val="737373"/>
              </a:buClr>
              <a:buSzPts val="1800"/>
              <a:buFont typeface="Arial" panose="020B0604020202020204" pitchFamily="34" charset="0"/>
              <a:buChar char="•"/>
              <a:tabLst/>
              <a:defRPr/>
            </a:pPr>
            <a:r>
              <a:rPr kumimoji="0" lang="en-US" sz="1000" b="0" i="0" u="none" strike="noStrike" kern="0" cap="none" spc="0" normalizeH="0" baseline="0" noProof="0" dirty="0">
                <a:ln>
                  <a:noFill/>
                </a:ln>
                <a:solidFill>
                  <a:schemeClr val="bg2"/>
                </a:solidFill>
                <a:effectLst/>
                <a:uLnTx/>
                <a:uFillTx/>
                <a:latin typeface="Montserrat"/>
              </a:rPr>
              <a:t>Single Domain per IoT Endpoint </a:t>
            </a:r>
            <a:endParaRPr lang="en-US" sz="1000" dirty="0">
              <a:solidFill>
                <a:schemeClr val="bg2"/>
              </a:solidFill>
            </a:endParaRPr>
          </a:p>
          <a:p>
            <a:pPr marR="0" lvl="0" algn="l" defTabSz="914400" eaLnBrk="1" fontAlgn="auto" latinLnBrk="0" hangingPunct="1">
              <a:lnSpc>
                <a:spcPct val="114999"/>
              </a:lnSpc>
              <a:spcBef>
                <a:spcPts val="0"/>
              </a:spcBef>
              <a:spcAft>
                <a:spcPts val="0"/>
              </a:spcAft>
              <a:buClr>
                <a:srgbClr val="737373"/>
              </a:buClr>
              <a:buSzPts val="1800"/>
              <a:buFont typeface="Arial" panose="020B0604020202020204" pitchFamily="34" charset="0"/>
              <a:buChar char="•"/>
              <a:tabLst/>
              <a:defRPr/>
            </a:pPr>
            <a:r>
              <a:rPr kumimoji="0" lang="en-US" sz="1000" b="0" i="0" u="none" strike="noStrike" kern="0" cap="none" spc="0" normalizeH="0" baseline="0" noProof="0" dirty="0">
                <a:ln>
                  <a:noFill/>
                </a:ln>
                <a:solidFill>
                  <a:schemeClr val="bg2"/>
                </a:solidFill>
                <a:effectLst/>
                <a:uLnTx/>
                <a:uFillTx/>
                <a:latin typeface="Montserrat"/>
              </a:rPr>
              <a:t>Two Domains on Gateway</a:t>
            </a:r>
            <a:endParaRPr lang="en-US" sz="1000" noProof="0" dirty="0">
              <a:solidFill>
                <a:schemeClr val="bg2"/>
              </a:solidFill>
            </a:endParaRPr>
          </a:p>
          <a:p>
            <a:pPr marR="0" lvl="0" algn="l" defTabSz="914400" eaLnBrk="1" fontAlgn="auto" latinLnBrk="0" hangingPunct="1">
              <a:lnSpc>
                <a:spcPct val="114999"/>
              </a:lnSpc>
              <a:spcBef>
                <a:spcPts val="0"/>
              </a:spcBef>
              <a:spcAft>
                <a:spcPts val="0"/>
              </a:spcAft>
              <a:buClr>
                <a:srgbClr val="737373"/>
              </a:buClr>
              <a:buSzPts val="1800"/>
              <a:buFont typeface="Arial" panose="020B0604020202020204" pitchFamily="34" charset="0"/>
              <a:buChar char="•"/>
              <a:tabLst/>
              <a:defRPr/>
            </a:pPr>
            <a:r>
              <a:rPr kumimoji="0" lang="en-US" sz="1000" b="0" i="0" u="none" strike="noStrike" kern="0" cap="none" spc="0" normalizeH="0" baseline="0" noProof="0" dirty="0">
                <a:ln>
                  <a:noFill/>
                </a:ln>
                <a:solidFill>
                  <a:schemeClr val="bg2"/>
                </a:solidFill>
                <a:effectLst/>
                <a:uLnTx/>
                <a:uFillTx/>
                <a:latin typeface="Montserrat"/>
              </a:rPr>
              <a:t>Discriminator is provided by L2, e.g., </a:t>
            </a:r>
            <a:r>
              <a:rPr kumimoji="0" lang="en-US" sz="1000" b="0" i="0" u="none" strike="noStrike" kern="0" cap="none" spc="0" normalizeH="0" baseline="0" noProof="0" dirty="0" err="1">
                <a:ln>
                  <a:noFill/>
                </a:ln>
                <a:solidFill>
                  <a:schemeClr val="bg2"/>
                </a:solidFill>
                <a:effectLst/>
                <a:uLnTx/>
                <a:uFillTx/>
                <a:latin typeface="Montserrat"/>
              </a:rPr>
              <a:t>DevEUI</a:t>
            </a:r>
            <a:r>
              <a:rPr kumimoji="0" lang="en-US" sz="1000" b="0" i="0" u="none" strike="noStrike" kern="0" cap="none" spc="0" normalizeH="0" baseline="0" noProof="0" dirty="0">
                <a:ln>
                  <a:noFill/>
                </a:ln>
                <a:solidFill>
                  <a:schemeClr val="bg2"/>
                </a:solidFill>
                <a:effectLst/>
                <a:uLnTx/>
                <a:uFillTx/>
                <a:latin typeface="Montserrat"/>
              </a:rPr>
              <a:t>.</a:t>
            </a:r>
          </a:p>
          <a:p>
            <a:pPr marL="114300" marR="0" lvl="0" indent="0" algn="l" defTabSz="914400" eaLnBrk="1" fontAlgn="auto" latinLnBrk="0" hangingPunct="1">
              <a:lnSpc>
                <a:spcPct val="114999"/>
              </a:lnSpc>
              <a:spcBef>
                <a:spcPts val="0"/>
              </a:spcBef>
              <a:spcAft>
                <a:spcPts val="0"/>
              </a:spcAft>
              <a:buClr>
                <a:srgbClr val="737373"/>
              </a:buClr>
              <a:buSzPts val="1800"/>
              <a:buNone/>
              <a:tabLst/>
              <a:defRPr/>
            </a:pPr>
            <a:endParaRPr lang="en-US" sz="1000" dirty="0">
              <a:solidFill>
                <a:schemeClr val="bg2"/>
              </a:solidFill>
            </a:endParaRPr>
          </a:p>
          <a:p>
            <a:pPr marL="114300" marR="0" lvl="0" indent="0" algn="l" defTabSz="914400" eaLnBrk="1" fontAlgn="auto" latinLnBrk="0" hangingPunct="1">
              <a:lnSpc>
                <a:spcPct val="114999"/>
              </a:lnSpc>
              <a:spcBef>
                <a:spcPts val="0"/>
              </a:spcBef>
              <a:spcAft>
                <a:spcPts val="0"/>
              </a:spcAft>
              <a:buClr>
                <a:srgbClr val="737373"/>
              </a:buClr>
              <a:buSzPts val="1800"/>
              <a:buNone/>
              <a:tabLst/>
              <a:defRPr/>
            </a:pPr>
            <a:endParaRPr lang="en-US" sz="1000" dirty="0">
              <a:solidFill>
                <a:schemeClr val="bg2"/>
              </a:solidFill>
            </a:endParaRPr>
          </a:p>
        </p:txBody>
      </p:sp>
    </p:spTree>
    <p:extLst>
      <p:ext uri="{BB962C8B-B14F-4D97-AF65-F5344CB8AC3E}">
        <p14:creationId xmlns:p14="http://schemas.microsoft.com/office/powerpoint/2010/main" val="38030468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158F-A640-093C-8CC9-252853659746}"/>
              </a:ext>
            </a:extLst>
          </p:cNvPr>
          <p:cNvSpPr>
            <a:spLocks noGrp="1"/>
          </p:cNvSpPr>
          <p:nvPr>
            <p:ph type="title"/>
          </p:nvPr>
        </p:nvSpPr>
        <p:spPr/>
        <p:txBody>
          <a:bodyPr/>
          <a:lstStyle/>
          <a:p>
            <a:r>
              <a:rPr lang="en-US" dirty="0"/>
              <a:t>SCHC Datagram Format</a:t>
            </a:r>
          </a:p>
        </p:txBody>
      </p:sp>
      <p:pic>
        <p:nvPicPr>
          <p:cNvPr id="4" name="Picture 3">
            <a:extLst>
              <a:ext uri="{FF2B5EF4-FFF2-40B4-BE49-F238E27FC236}">
                <a16:creationId xmlns:a16="http://schemas.microsoft.com/office/drawing/2014/main" id="{22FC03D7-F9C2-A35A-2204-09084C8AC4C7}"/>
              </a:ext>
            </a:extLst>
          </p:cNvPr>
          <p:cNvPicPr>
            <a:picLocks noChangeAspect="1"/>
          </p:cNvPicPr>
          <p:nvPr/>
        </p:nvPicPr>
        <p:blipFill>
          <a:blip r:embed="rId3"/>
          <a:stretch>
            <a:fillRect/>
          </a:stretch>
        </p:blipFill>
        <p:spPr>
          <a:xfrm>
            <a:off x="592998" y="1142285"/>
            <a:ext cx="3797085" cy="652320"/>
          </a:xfrm>
          <a:prstGeom prst="rect">
            <a:avLst/>
          </a:prstGeom>
        </p:spPr>
      </p:pic>
      <p:sp>
        <p:nvSpPr>
          <p:cNvPr id="6" name="TextBox 5">
            <a:extLst>
              <a:ext uri="{FF2B5EF4-FFF2-40B4-BE49-F238E27FC236}">
                <a16:creationId xmlns:a16="http://schemas.microsoft.com/office/drawing/2014/main" id="{02B1C5BE-20EF-1EE3-F2FE-6A8682629EF8}"/>
              </a:ext>
            </a:extLst>
          </p:cNvPr>
          <p:cNvSpPr txBox="1"/>
          <p:nvPr/>
        </p:nvSpPr>
        <p:spPr>
          <a:xfrm>
            <a:off x="604434" y="857755"/>
            <a:ext cx="1712563" cy="307777"/>
          </a:xfrm>
          <a:prstGeom prst="rect">
            <a:avLst/>
          </a:prstGeom>
          <a:noFill/>
        </p:spPr>
        <p:txBody>
          <a:bodyPr wrap="square">
            <a:spAutoFit/>
          </a:bodyPr>
          <a:lstStyle/>
          <a:p>
            <a:r>
              <a:rPr lang="en-US" dirty="0"/>
              <a:t>Datagram Format</a:t>
            </a:r>
          </a:p>
        </p:txBody>
      </p:sp>
      <p:pic>
        <p:nvPicPr>
          <p:cNvPr id="7" name="Picture 6">
            <a:extLst>
              <a:ext uri="{FF2B5EF4-FFF2-40B4-BE49-F238E27FC236}">
                <a16:creationId xmlns:a16="http://schemas.microsoft.com/office/drawing/2014/main" id="{DABA268D-266F-1399-8D6B-7337C82FDC35}"/>
              </a:ext>
            </a:extLst>
          </p:cNvPr>
          <p:cNvPicPr>
            <a:picLocks noChangeAspect="1"/>
          </p:cNvPicPr>
          <p:nvPr/>
        </p:nvPicPr>
        <p:blipFill>
          <a:blip r:embed="rId4"/>
          <a:stretch>
            <a:fillRect/>
          </a:stretch>
        </p:blipFill>
        <p:spPr>
          <a:xfrm>
            <a:off x="604434" y="2865311"/>
            <a:ext cx="3497990" cy="424414"/>
          </a:xfrm>
          <a:prstGeom prst="rect">
            <a:avLst/>
          </a:prstGeom>
        </p:spPr>
      </p:pic>
      <p:pic>
        <p:nvPicPr>
          <p:cNvPr id="8" name="Picture 7">
            <a:extLst>
              <a:ext uri="{FF2B5EF4-FFF2-40B4-BE49-F238E27FC236}">
                <a16:creationId xmlns:a16="http://schemas.microsoft.com/office/drawing/2014/main" id="{831AB816-B9DF-1868-7057-616F42DAC757}"/>
              </a:ext>
            </a:extLst>
          </p:cNvPr>
          <p:cNvPicPr>
            <a:picLocks noChangeAspect="1"/>
          </p:cNvPicPr>
          <p:nvPr/>
        </p:nvPicPr>
        <p:blipFill>
          <a:blip r:embed="rId5"/>
          <a:stretch>
            <a:fillRect/>
          </a:stretch>
        </p:blipFill>
        <p:spPr>
          <a:xfrm>
            <a:off x="4731614" y="2922596"/>
            <a:ext cx="3369720" cy="367129"/>
          </a:xfrm>
          <a:prstGeom prst="rect">
            <a:avLst/>
          </a:prstGeom>
        </p:spPr>
      </p:pic>
      <p:sp>
        <p:nvSpPr>
          <p:cNvPr id="11" name="TextBox 10">
            <a:extLst>
              <a:ext uri="{FF2B5EF4-FFF2-40B4-BE49-F238E27FC236}">
                <a16:creationId xmlns:a16="http://schemas.microsoft.com/office/drawing/2014/main" id="{846C7F4F-ADC3-D7A7-AE45-574207B48499}"/>
              </a:ext>
            </a:extLst>
          </p:cNvPr>
          <p:cNvSpPr txBox="1"/>
          <p:nvPr/>
        </p:nvSpPr>
        <p:spPr>
          <a:xfrm>
            <a:off x="592998" y="3333600"/>
            <a:ext cx="6989735" cy="461665"/>
          </a:xfrm>
          <a:prstGeom prst="rect">
            <a:avLst/>
          </a:prstGeom>
          <a:noFill/>
        </p:spPr>
        <p:txBody>
          <a:bodyPr wrap="square">
            <a:spAutoFit/>
          </a:bodyPr>
          <a:lstStyle/>
          <a:p>
            <a:r>
              <a:rPr lang="en-US" sz="1200" dirty="0">
                <a:latin typeface="Palatino" pitchFamily="2" charset="77"/>
                <a:ea typeface="Palatino" pitchFamily="2" charset="77"/>
              </a:rPr>
              <a:t>The presence, placement, and format of the Control Header must be clearly identified, e.g., by a SCHC profile document or other specification that defines the framing used by the deployment.</a:t>
            </a:r>
          </a:p>
        </p:txBody>
      </p:sp>
      <p:sp>
        <p:nvSpPr>
          <p:cNvPr id="14" name="TextBox 13">
            <a:extLst>
              <a:ext uri="{FF2B5EF4-FFF2-40B4-BE49-F238E27FC236}">
                <a16:creationId xmlns:a16="http://schemas.microsoft.com/office/drawing/2014/main" id="{B0AA4342-4176-F597-DCFB-9F0DBE9FDCC9}"/>
              </a:ext>
            </a:extLst>
          </p:cNvPr>
          <p:cNvSpPr txBox="1"/>
          <p:nvPr/>
        </p:nvSpPr>
        <p:spPr>
          <a:xfrm>
            <a:off x="604434" y="2571750"/>
            <a:ext cx="5059819" cy="523220"/>
          </a:xfrm>
          <a:prstGeom prst="rect">
            <a:avLst/>
          </a:prstGeom>
          <a:noFill/>
        </p:spPr>
        <p:txBody>
          <a:bodyPr wrap="square">
            <a:spAutoFit/>
          </a:bodyPr>
          <a:lstStyle/>
          <a:p>
            <a:r>
              <a:rPr lang="en-US" dirty="0"/>
              <a:t>Control Header for Advanced Use Cases</a:t>
            </a:r>
          </a:p>
          <a:p>
            <a:endParaRPr lang="en-US" dirty="0"/>
          </a:p>
        </p:txBody>
      </p:sp>
      <p:sp>
        <p:nvSpPr>
          <p:cNvPr id="15" name="TextBox 14">
            <a:extLst>
              <a:ext uri="{FF2B5EF4-FFF2-40B4-BE49-F238E27FC236}">
                <a16:creationId xmlns:a16="http://schemas.microsoft.com/office/drawing/2014/main" id="{446CC71C-D3B9-7617-9AAF-1A7C2C9E3383}"/>
              </a:ext>
            </a:extLst>
          </p:cNvPr>
          <p:cNvSpPr txBox="1"/>
          <p:nvPr/>
        </p:nvSpPr>
        <p:spPr>
          <a:xfrm>
            <a:off x="4245336" y="2952271"/>
            <a:ext cx="343364" cy="307777"/>
          </a:xfrm>
          <a:prstGeom prst="rect">
            <a:avLst/>
          </a:prstGeom>
          <a:noFill/>
        </p:spPr>
        <p:txBody>
          <a:bodyPr wrap="none" rtlCol="0">
            <a:spAutoFit/>
          </a:bodyPr>
          <a:lstStyle/>
          <a:p>
            <a:r>
              <a:rPr lang="en-US" dirty="0"/>
              <a:t>or</a:t>
            </a:r>
          </a:p>
        </p:txBody>
      </p:sp>
      <p:sp>
        <p:nvSpPr>
          <p:cNvPr id="16" name="TextBox 15">
            <a:extLst>
              <a:ext uri="{FF2B5EF4-FFF2-40B4-BE49-F238E27FC236}">
                <a16:creationId xmlns:a16="http://schemas.microsoft.com/office/drawing/2014/main" id="{2C80A457-77AD-F306-F71D-16012906DDFE}"/>
              </a:ext>
            </a:extLst>
          </p:cNvPr>
          <p:cNvSpPr txBox="1"/>
          <p:nvPr/>
        </p:nvSpPr>
        <p:spPr>
          <a:xfrm>
            <a:off x="604434" y="1721352"/>
            <a:ext cx="8082366" cy="646331"/>
          </a:xfrm>
          <a:prstGeom prst="rect">
            <a:avLst/>
          </a:prstGeom>
          <a:noFill/>
        </p:spPr>
        <p:txBody>
          <a:bodyPr wrap="square">
            <a:spAutoFit/>
          </a:bodyPr>
          <a:lstStyle/>
          <a:p>
            <a:r>
              <a:rPr lang="en-US" sz="1200" dirty="0">
                <a:latin typeface="Palatino" pitchFamily="2" charset="77"/>
                <a:ea typeface="Palatino" pitchFamily="2" charset="77"/>
              </a:rPr>
              <a:t>A Datagram starts with a </a:t>
            </a:r>
            <a:r>
              <a:rPr lang="en-US" sz="1200" dirty="0" err="1">
                <a:latin typeface="Palatino" pitchFamily="2" charset="77"/>
                <a:ea typeface="Palatino" pitchFamily="2" charset="77"/>
              </a:rPr>
              <a:t>RuleID</a:t>
            </a:r>
            <a:r>
              <a:rPr lang="en-US" sz="1200" dirty="0">
                <a:latin typeface="Palatino" pitchFamily="2" charset="77"/>
                <a:ea typeface="Palatino" pitchFamily="2" charset="77"/>
              </a:rPr>
              <a:t>.  The Rule identified by that </a:t>
            </a:r>
            <a:r>
              <a:rPr lang="en-US" sz="1200" dirty="0" err="1">
                <a:latin typeface="Palatino" pitchFamily="2" charset="77"/>
                <a:ea typeface="Palatino" pitchFamily="2" charset="77"/>
              </a:rPr>
              <a:t>RuleID</a:t>
            </a:r>
            <a:r>
              <a:rPr lang="en-US" sz="1200" dirty="0">
                <a:latin typeface="Palatino" pitchFamily="2" charset="77"/>
                <a:ea typeface="Palatino" pitchFamily="2" charset="77"/>
              </a:rPr>
              <a:t> determines the format and interpretation of the remaining bits.  A Datagram may be an unfragmented SCHC Packet or a SCHC F/R message, such as a SCHC Fragment, SCHC ACK, SCHC ACK Request, SCHC Sender-Abort, or SCHC Receiver-Abort.</a:t>
            </a:r>
          </a:p>
        </p:txBody>
      </p:sp>
      <p:sp>
        <p:nvSpPr>
          <p:cNvPr id="20" name="TextBox 19">
            <a:extLst>
              <a:ext uri="{FF2B5EF4-FFF2-40B4-BE49-F238E27FC236}">
                <a16:creationId xmlns:a16="http://schemas.microsoft.com/office/drawing/2014/main" id="{B7FB9555-7D0C-B265-22AC-3688A997CD17}"/>
              </a:ext>
            </a:extLst>
          </p:cNvPr>
          <p:cNvSpPr txBox="1"/>
          <p:nvPr/>
        </p:nvSpPr>
        <p:spPr>
          <a:xfrm>
            <a:off x="592997" y="3883431"/>
            <a:ext cx="6350243" cy="400110"/>
          </a:xfrm>
          <a:prstGeom prst="rect">
            <a:avLst/>
          </a:prstGeom>
          <a:noFill/>
        </p:spPr>
        <p:txBody>
          <a:bodyPr wrap="square">
            <a:spAutoFit/>
          </a:bodyPr>
          <a:lstStyle/>
          <a:p>
            <a:r>
              <a:rPr lang="en-US" sz="1000" dirty="0">
                <a:solidFill>
                  <a:schemeClr val="bg2"/>
                </a:solidFill>
              </a:rPr>
              <a:t>Example of a control header for generic multiplexing use-cases is given in: </a:t>
            </a:r>
            <a:r>
              <a:rPr lang="en-US" sz="1000" dirty="0">
                <a:solidFill>
                  <a:schemeClr val="bg2"/>
                </a:solidFill>
                <a:hlinkClick r:id="rId6">
                  <a:extLst>
                    <a:ext uri="{A12FA001-AC4F-418D-AE19-62706E023703}">
                      <ahyp:hlinkClr xmlns:ahyp="http://schemas.microsoft.com/office/drawing/2018/hyperlinkcolor" val="tx"/>
                    </a:ext>
                  </a:extLst>
                </a:hlinkClick>
              </a:rPr>
              <a:t>draft-lampin-voici-02 </a:t>
            </a:r>
            <a:endParaRPr lang="en-US" sz="1000" dirty="0">
              <a:solidFill>
                <a:schemeClr val="bg2"/>
              </a:solidFill>
            </a:endParaRPr>
          </a:p>
          <a:p>
            <a:r>
              <a:rPr lang="en-US" sz="1000" dirty="0">
                <a:solidFill>
                  <a:schemeClr val="bg2"/>
                </a:solidFill>
              </a:rPr>
              <a:t>It is expected there to be several such standard-track documents that specify different control headers.</a:t>
            </a:r>
          </a:p>
        </p:txBody>
      </p:sp>
    </p:spTree>
    <p:extLst>
      <p:ext uri="{BB962C8B-B14F-4D97-AF65-F5344CB8AC3E}">
        <p14:creationId xmlns:p14="http://schemas.microsoft.com/office/powerpoint/2010/main" val="33098124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5C611-7694-83C8-84B5-9B4C0883E4A3}"/>
              </a:ext>
            </a:extLst>
          </p:cNvPr>
          <p:cNvSpPr>
            <a:spLocks noGrp="1"/>
          </p:cNvSpPr>
          <p:nvPr>
            <p:ph type="title"/>
          </p:nvPr>
        </p:nvSpPr>
        <p:spPr/>
        <p:txBody>
          <a:bodyPr/>
          <a:lstStyle/>
          <a:p>
            <a:r>
              <a:rPr lang="en-US" dirty="0"/>
              <a:t>SCHC Header and SCHC Header Format</a:t>
            </a:r>
          </a:p>
        </p:txBody>
      </p:sp>
      <p:sp>
        <p:nvSpPr>
          <p:cNvPr id="3" name="Content Placeholder 2">
            <a:extLst>
              <a:ext uri="{FF2B5EF4-FFF2-40B4-BE49-F238E27FC236}">
                <a16:creationId xmlns:a16="http://schemas.microsoft.com/office/drawing/2014/main" id="{4432E5C4-D4EB-3A3E-7C59-316D87A34C31}"/>
              </a:ext>
            </a:extLst>
          </p:cNvPr>
          <p:cNvSpPr>
            <a:spLocks noGrp="1"/>
          </p:cNvSpPr>
          <p:nvPr>
            <p:ph sz="quarter" idx="13"/>
          </p:nvPr>
        </p:nvSpPr>
        <p:spPr>
          <a:xfrm>
            <a:off x="729168" y="1090348"/>
            <a:ext cx="7895639" cy="3133710"/>
          </a:xfrm>
        </p:spPr>
        <p:txBody>
          <a:bodyPr>
            <a:normAutofit fontScale="92500" lnSpcReduction="10000"/>
          </a:bodyPr>
          <a:lstStyle/>
          <a:p>
            <a:r>
              <a:rPr lang="en-US" dirty="0">
                <a:solidFill>
                  <a:schemeClr val="bg2"/>
                </a:solidFill>
                <a:latin typeface="Palatino" pitchFamily="2" charset="77"/>
                <a:ea typeface="Palatino" pitchFamily="2" charset="77"/>
              </a:rPr>
              <a:t>SCHC Header: The portion of a SCHC Datagram that carries SCHC processing information, including the </a:t>
            </a:r>
            <a:r>
              <a:rPr lang="en-US" dirty="0" err="1">
                <a:solidFill>
                  <a:schemeClr val="bg2"/>
                </a:solidFill>
                <a:latin typeface="Palatino" pitchFamily="2" charset="77"/>
                <a:ea typeface="Palatino" pitchFamily="2" charset="77"/>
              </a:rPr>
              <a:t>RuleID</a:t>
            </a:r>
            <a:r>
              <a:rPr lang="en-US" dirty="0">
                <a:solidFill>
                  <a:schemeClr val="bg2"/>
                </a:solidFill>
                <a:latin typeface="Palatino" pitchFamily="2" charset="77"/>
                <a:ea typeface="Palatino" pitchFamily="2" charset="77"/>
              </a:rPr>
              <a:t> and, when present, Control Header or F/R control fields. The SCHC Header enables the receiver to identify the Rule and interpret the remaining SCHC Payload, fragment, residue, or control information. Its exact encoding is defined by the applicable Rule, profile, or encapsulation.</a:t>
            </a:r>
          </a:p>
          <a:p>
            <a:endParaRPr lang="en-US" dirty="0">
              <a:solidFill>
                <a:schemeClr val="bg2"/>
              </a:solidFill>
              <a:latin typeface="Palatino" pitchFamily="2" charset="77"/>
              <a:ea typeface="Palatino" pitchFamily="2" charset="77"/>
            </a:endParaRPr>
          </a:p>
          <a:p>
            <a:r>
              <a:rPr lang="en-US" dirty="0">
                <a:solidFill>
                  <a:schemeClr val="bg2"/>
                </a:solidFill>
                <a:latin typeface="Palatino" pitchFamily="2" charset="77"/>
                <a:ea typeface="Palatino" pitchFamily="2" charset="77"/>
              </a:rPr>
              <a:t>SCHC Header Format: A profile-, encapsulation-, or deployment-specific description of the SCHC Header encoding, including the presence, </a:t>
            </a:r>
            <a:r>
              <a:rPr lang="en-US">
                <a:solidFill>
                  <a:schemeClr val="bg2"/>
                </a:solidFill>
                <a:latin typeface="Palatino" pitchFamily="2" charset="77"/>
                <a:ea typeface="Palatino" pitchFamily="2" charset="77"/>
              </a:rPr>
              <a:t>order, </a:t>
            </a:r>
            <a:r>
              <a:rPr lang="en-US" dirty="0">
                <a:solidFill>
                  <a:schemeClr val="bg2"/>
                </a:solidFill>
                <a:latin typeface="Palatino" pitchFamily="2" charset="77"/>
                <a:ea typeface="Palatino" pitchFamily="2" charset="77"/>
              </a:rPr>
              <a:t>and encoding of the </a:t>
            </a:r>
            <a:r>
              <a:rPr lang="en-US" dirty="0" err="1">
                <a:solidFill>
                  <a:schemeClr val="bg2"/>
                </a:solidFill>
                <a:latin typeface="Palatino" pitchFamily="2" charset="77"/>
                <a:ea typeface="Palatino" pitchFamily="2" charset="77"/>
              </a:rPr>
              <a:t>RuleID</a:t>
            </a:r>
            <a:r>
              <a:rPr lang="en-US" dirty="0">
                <a:solidFill>
                  <a:schemeClr val="bg2"/>
                </a:solidFill>
                <a:latin typeface="Palatino" pitchFamily="2" charset="77"/>
                <a:ea typeface="Palatino" pitchFamily="2" charset="77"/>
              </a:rPr>
              <a:t> and any Control Header or F/R control fields.</a:t>
            </a:r>
          </a:p>
        </p:txBody>
      </p:sp>
      <p:sp>
        <p:nvSpPr>
          <p:cNvPr id="4" name="TextBox 3">
            <a:extLst>
              <a:ext uri="{FF2B5EF4-FFF2-40B4-BE49-F238E27FC236}">
                <a16:creationId xmlns:a16="http://schemas.microsoft.com/office/drawing/2014/main" id="{E8551005-2B61-A6F6-5CCC-AECA552D490D}"/>
              </a:ext>
            </a:extLst>
          </p:cNvPr>
          <p:cNvSpPr txBox="1"/>
          <p:nvPr/>
        </p:nvSpPr>
        <p:spPr>
          <a:xfrm>
            <a:off x="902639" y="4046173"/>
            <a:ext cx="4578003" cy="400110"/>
          </a:xfrm>
          <a:prstGeom prst="rect">
            <a:avLst/>
          </a:prstGeom>
          <a:noFill/>
        </p:spPr>
        <p:txBody>
          <a:bodyPr wrap="square">
            <a:spAutoFit/>
          </a:bodyPr>
          <a:lstStyle/>
          <a:p>
            <a:r>
              <a:rPr lang="en-US" sz="1000" dirty="0">
                <a:solidFill>
                  <a:schemeClr val="bg2"/>
                </a:solidFill>
              </a:rPr>
              <a:t>Example of how this can be implemented: </a:t>
            </a:r>
            <a:r>
              <a:rPr lang="en-US" sz="1000" dirty="0">
                <a:solidFill>
                  <a:schemeClr val="bg2"/>
                </a:solidFill>
                <a:hlinkClick r:id="rId2">
                  <a:extLst>
                    <a:ext uri="{A12FA001-AC4F-418D-AE19-62706E023703}">
                      <ahyp:hlinkClr xmlns:ahyp="http://schemas.microsoft.com/office/drawing/2018/hyperlinkcolor" val="tx"/>
                    </a:ext>
                  </a:extLst>
                </a:hlinkClick>
              </a:rPr>
              <a:t>draft-pelov-schc-header-format-00 </a:t>
            </a:r>
            <a:endParaRPr lang="en-US" sz="1000" dirty="0">
              <a:solidFill>
                <a:schemeClr val="bg2"/>
              </a:solidFill>
            </a:endParaRPr>
          </a:p>
          <a:p>
            <a:endParaRPr lang="en-US" sz="1000" dirty="0">
              <a:solidFill>
                <a:schemeClr val="bg2"/>
              </a:solidFill>
            </a:endParaRPr>
          </a:p>
        </p:txBody>
      </p:sp>
    </p:spTree>
    <p:extLst>
      <p:ext uri="{BB962C8B-B14F-4D97-AF65-F5344CB8AC3E}">
        <p14:creationId xmlns:p14="http://schemas.microsoft.com/office/powerpoint/2010/main" val="7695941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EA40E-0BC8-F4C6-37D0-FC48BA8B22A8}"/>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6A76ABA1-4319-0FA6-594B-05B0A47904A4}"/>
              </a:ext>
            </a:extLst>
          </p:cNvPr>
          <p:cNvSpPr>
            <a:spLocks noGrp="1"/>
          </p:cNvSpPr>
          <p:nvPr>
            <p:ph sz="quarter" idx="13"/>
          </p:nvPr>
        </p:nvSpPr>
        <p:spPr/>
        <p:txBody>
          <a:bodyPr/>
          <a:lstStyle/>
          <a:p>
            <a:r>
              <a:rPr lang="en-US" dirty="0">
                <a:solidFill>
                  <a:schemeClr val="bg2"/>
                </a:solidFill>
              </a:rPr>
              <a:t>Discussion</a:t>
            </a:r>
          </a:p>
          <a:p>
            <a:endParaRPr lang="en-US" dirty="0">
              <a:solidFill>
                <a:schemeClr val="bg2"/>
              </a:solidFill>
            </a:endParaRPr>
          </a:p>
          <a:p>
            <a:r>
              <a:rPr lang="en-US" dirty="0">
                <a:solidFill>
                  <a:schemeClr val="bg2"/>
                </a:solidFill>
              </a:rPr>
              <a:t>Questions</a:t>
            </a:r>
          </a:p>
          <a:p>
            <a:endParaRPr lang="en-US" dirty="0">
              <a:solidFill>
                <a:schemeClr val="bg2"/>
              </a:solidFill>
            </a:endParaRPr>
          </a:p>
          <a:p>
            <a:r>
              <a:rPr lang="en-US" dirty="0">
                <a:solidFill>
                  <a:schemeClr val="bg2"/>
                </a:solidFill>
              </a:rPr>
              <a:t>Next steps</a:t>
            </a:r>
          </a:p>
          <a:p>
            <a:pPr marL="114300" indent="0">
              <a:buNone/>
            </a:pPr>
            <a:endParaRPr lang="en-US" dirty="0">
              <a:solidFill>
                <a:schemeClr val="bg2"/>
              </a:solidFill>
            </a:endParaRPr>
          </a:p>
        </p:txBody>
      </p:sp>
    </p:spTree>
    <p:extLst>
      <p:ext uri="{BB962C8B-B14F-4D97-AF65-F5344CB8AC3E}">
        <p14:creationId xmlns:p14="http://schemas.microsoft.com/office/powerpoint/2010/main" val="2961287865"/>
      </p:ext>
    </p:extLst>
  </p:cSld>
  <p:clrMapOvr>
    <a:masterClrMapping/>
  </p:clrMapOvr>
</p:sld>
</file>

<file path=ppt/theme/theme1.xml><?xml version="1.0" encoding="utf-8"?>
<a:theme xmlns:a="http://schemas.openxmlformats.org/drawingml/2006/main" name="Material">
  <a:themeElements>
    <a:clrScheme name="Material">
      <a:dk1>
        <a:srgbClr val="002D3C"/>
      </a:dk1>
      <a:lt1>
        <a:srgbClr val="4285F4"/>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name="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3.xml><?xml version="1.0" encoding="utf-8"?>
<a:theme xmlns:a="http://schemas.openxmlformats.org/drawingml/2006/main" name="1_IETF Template">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4.xml><?xml version="1.0" encoding="utf-8"?>
<a:theme xmlns:a="http://schemas.openxmlformats.org/drawingml/2006/main" name="Material">
  <a:themeElements>
    <a:clrScheme name="Material">
      <a:dk1>
        <a:srgbClr val="000000"/>
      </a:dk1>
      <a:lt1>
        <a:srgbClr val="FFFFFF"/>
      </a:lt1>
      <a:dk2>
        <a:srgbClr val="A7A7A7"/>
      </a:dk2>
      <a:lt2>
        <a:srgbClr val="535353"/>
      </a:lt2>
      <a:accent1>
        <a:srgbClr val="0277BD"/>
      </a:accent1>
      <a:accent2>
        <a:srgbClr val="0F9D58"/>
      </a:accent2>
      <a:accent3>
        <a:srgbClr val="DB4437"/>
      </a:accent3>
      <a:accent4>
        <a:srgbClr val="FAFAFA"/>
      </a:accent4>
      <a:accent5>
        <a:srgbClr val="4FC3F7"/>
      </a:accent5>
      <a:accent6>
        <a:srgbClr val="F4B400"/>
      </a:accent6>
      <a:hlink>
        <a:srgbClr val="0000FF"/>
      </a:hlink>
      <a:folHlink>
        <a:srgbClr val="FF00FF"/>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Metadata/LabelInfo.xml><?xml version="1.0" encoding="utf-8"?>
<clbl:labelList xmlns:clbl="http://schemas.microsoft.com/office/2020/mipLabelMetadata">
  <clbl:label id="{07222825-62ea-40f3-96b5-5375c07996e2}" enabled="1" method="Privileged" siteId="{90c7a20a-f34b-40bf-bc48-b9253b6f5d20}" removed="0"/>
</clbl:labelList>
</file>

<file path=docProps/app.xml><?xml version="1.0" encoding="utf-8"?>
<Properties xmlns="http://schemas.openxmlformats.org/officeDocument/2006/extended-properties" xmlns:vt="http://schemas.openxmlformats.org/officeDocument/2006/docPropsVTypes">
  <Template/>
  <TotalTime>0</TotalTime>
  <Words>1552</Words>
  <Application>Microsoft Macintosh PowerPoint</Application>
  <PresentationFormat>On-screen Show (16:9)</PresentationFormat>
  <Paragraphs>161</Paragraphs>
  <Slides>14</Slides>
  <Notes>5</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14</vt:i4>
      </vt:variant>
    </vt:vector>
  </HeadingPairs>
  <TitlesOfParts>
    <vt:vector size="26" baseType="lpstr">
      <vt:lpstr>Roboto</vt:lpstr>
      <vt:lpstr>Montserrat</vt:lpstr>
      <vt:lpstr>Courier New</vt:lpstr>
      <vt:lpstr>Palatino</vt:lpstr>
      <vt:lpstr>Arial</vt:lpstr>
      <vt:lpstr>Wingdings</vt:lpstr>
      <vt:lpstr>Inter</vt:lpstr>
      <vt:lpstr>Open Sans</vt:lpstr>
      <vt:lpstr>Open Sans SemiBold</vt:lpstr>
      <vt:lpstr>Material</vt:lpstr>
      <vt:lpstr>IETF Template</vt:lpstr>
      <vt:lpstr>1_IETF Template</vt:lpstr>
      <vt:lpstr>SCHC Architecture Discussion</vt:lpstr>
      <vt:lpstr>Note Well</vt:lpstr>
      <vt:lpstr>Agenda</vt:lpstr>
      <vt:lpstr>History and Objectives</vt:lpstr>
      <vt:lpstr>How do the drafts work with the architecture?</vt:lpstr>
      <vt:lpstr>Take-away from today</vt:lpstr>
      <vt:lpstr>The Contents</vt:lpstr>
      <vt:lpstr>Basic SCHC Architecture</vt:lpstr>
      <vt:lpstr>Domain</vt:lpstr>
      <vt:lpstr>Multiple Instances on an Endpoint</vt:lpstr>
      <vt:lpstr>Multi-Tenants LPWAN Scenario 1 Gateway, 2 IoT devices with different Contexts</vt:lpstr>
      <vt:lpstr>SCHC Datagram Format</vt:lpstr>
      <vt:lpstr>SCHC Header and SCHC Header Format</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Interim meeting SCHC#2 2024</dc:title>
  <dc:subject/>
  <dc:creator/>
  <cp:keywords/>
  <dc:description/>
  <cp:revision>1</cp:revision>
  <dcterms:modified xsi:type="dcterms:W3CDTF">2026-07-23T07:01:42Z</dcterms:modified>
  <cp:category/>
  <dc:identifier/>
  <cp:contentStatus/>
  <dc:language/>
</cp:coreProperties>
</file>